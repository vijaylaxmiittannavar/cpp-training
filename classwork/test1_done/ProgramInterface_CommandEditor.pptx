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GW-BASIC Style Command Line Editor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Interface Module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Mimics classic GW-BASIC command line interface</a:t>
            </a:r>
          </a:p>
          <a:p>
            <a:pPr/>
            <a:r>
              <a:t>Handles input editing, cursor control, and special key commands</a:t>
            </a:r>
          </a:p>
          <a:p>
            <a:pPr/>
            <a:r>
              <a:t>Built using modular components: CommandLineEditor, ScreenRenderer, SpecialKeyHandler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CommandLineEditor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Manages user input line and buffer</a:t>
            </a:r>
          </a:p>
          <a:p>
            <a:pPr/>
            <a:r>
              <a:t>Supports live editing: character insert, delete, cursor movement</a:t>
            </a:r>
          </a:p>
          <a:p>
            <a:pPr/>
            <a:r>
              <a:t>Delegates function key behavior to SpecialKeyHandler</a:t>
            </a:r>
          </a:p>
          <a:p>
            <a:pPr/>
            <a:r>
              <a:t>Uses SystemInterface for low-level I/O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SpecialKeyHandler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Intercepts special keys (F1–F10, arrow keys, ESC)</a:t>
            </a:r>
          </a:p>
          <a:p>
            <a:pPr/>
            <a:r>
              <a:t>Injects commands like RUN, LIST, LOAD, etc. into buffer</a:t>
            </a:r>
          </a:p>
          <a:p>
            <a:pPr/>
            <a:r>
              <a:t>Returns control if a special command is recognized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ScreenRenderer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Handles redrawing the command buffer on screen</a:t>
            </a:r>
          </a:p>
          <a:p>
            <a:pPr/>
            <a:r>
              <a:t>Moves cursor to correct position after edits</a:t>
            </a:r>
          </a:p>
          <a:p>
            <a:pPr/>
            <a:r>
              <a:t>Static methods using SystemInterface for positioning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SystemInterface (Assumed)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Abstracts platform-specific I/O (key reads, printing)</a:t>
            </a:r>
          </a:p>
          <a:p>
            <a:pPr/>
            <a:r>
              <a:t>Used for cursor control and rendering</a:t>
            </a:r>
          </a:p>
          <a:p>
            <a:pPr/>
            <a:r>
              <a:t>Supports cross-platform compatibility (Windows/Linux)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Diagram (Input Handling)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Start → Wait for key input</a:t>
            </a:r>
          </a:p>
          <a:p>
            <a:pPr/>
            <a:r>
              <a:t>If special key → call SpecialKeyHandler</a:t>
            </a:r>
          </a:p>
          <a:p>
            <a:pPr/>
            <a:r>
              <a:t>  If handled → return command</a:t>
            </a:r>
          </a:p>
          <a:p>
            <a:pPr/>
            <a:r>
              <a:t>Else if character → insert/edit in buffer</a:t>
            </a:r>
          </a:p>
          <a:p>
            <a:pPr/>
            <a:r>
              <a:t>Update display using ScreenRenderer</a:t>
            </a:r>
          </a:p>
          <a:p>
            <a:pPr/>
            <a:r>
              <a:t>Repeat until ENTER or ESC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Structure (Text Representation)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CommandLineEditor</a:t>
            </a:r>
          </a:p>
          <a:p>
            <a:pPr/>
            <a:r>
              <a:t> ├── SpecialKeyHandler*</a:t>
            </a:r>
          </a:p>
          <a:p>
            <a:pPr/>
            <a:r>
              <a:t> ├── buffer: std::string</a:t>
            </a:r>
          </a:p>
          <a:p>
            <a:pPr/>
            <a:r>
              <a:t> └── Uses ScreenRenderer and SystemInterface</a:t>
            </a:r>
          </a:p>
          <a:p>
            <a:pPr/>
          </a:p>
          <a:p>
            <a:pPr/>
            <a:r>
              <a:t>SpecialKeyHandler</a:t>
            </a:r>
          </a:p>
          <a:p>
            <a:pPr/>
            <a:r>
              <a:t> └── handleSpecialKey()</a:t>
            </a:r>
          </a:p>
          <a:p>
            <a:pPr/>
          </a:p>
          <a:p>
            <a:pPr/>
            <a:r>
              <a:t>ScreenRenderer</a:t>
            </a:r>
          </a:p>
          <a:p>
            <a:pPr/>
            <a:r>
              <a:t> └── redrawBuffer(), moveCursor()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