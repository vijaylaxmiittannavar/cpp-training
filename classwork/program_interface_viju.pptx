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0" r:id="rId5"/>
    <p:sldId id="264" r:id="rId6"/>
    <p:sldId id="262" r:id="rId7"/>
    <p:sldId id="270" r:id="rId8"/>
    <p:sldId id="268" r:id="rId9"/>
    <p:sldId id="261" r:id="rId10"/>
    <p:sldId id="259" r:id="rId11"/>
    <p:sldId id="258" r:id="rId12"/>
    <p:sldId id="266" r:id="rId13"/>
    <p:sldId id="269" r:id="rId14"/>
    <p:sldId id="267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F58AB7-7CFE-45EF-81CD-301D53C8CA3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27A533-9BEC-4364-A93F-904DEACCFC0C}">
      <dgm:prSet/>
      <dgm:spPr/>
      <dgm:t>
        <a:bodyPr/>
        <a:lstStyle/>
        <a:p>
          <a:r>
            <a:rPr lang="en-IN"/>
            <a:t>Mimics classic GW-BASIC command line interface</a:t>
          </a:r>
          <a:endParaRPr lang="en-US"/>
        </a:p>
      </dgm:t>
    </dgm:pt>
    <dgm:pt modelId="{615E77EB-E1A7-4E61-9FD5-DD93FD134FAF}" type="parTrans" cxnId="{4D07F48E-BA3B-4FE9-9A7B-9189599699EE}">
      <dgm:prSet/>
      <dgm:spPr/>
      <dgm:t>
        <a:bodyPr/>
        <a:lstStyle/>
        <a:p>
          <a:endParaRPr lang="en-US"/>
        </a:p>
      </dgm:t>
    </dgm:pt>
    <dgm:pt modelId="{1BA929A1-806B-490E-95A6-11FAEFD9C99B}" type="sibTrans" cxnId="{4D07F48E-BA3B-4FE9-9A7B-9189599699EE}">
      <dgm:prSet/>
      <dgm:spPr/>
      <dgm:t>
        <a:bodyPr/>
        <a:lstStyle/>
        <a:p>
          <a:endParaRPr lang="en-US"/>
        </a:p>
      </dgm:t>
    </dgm:pt>
    <dgm:pt modelId="{E9CD0D7C-ED2F-4E99-963F-4E571101B8EB}">
      <dgm:prSet/>
      <dgm:spPr/>
      <dgm:t>
        <a:bodyPr/>
        <a:lstStyle/>
        <a:p>
          <a:r>
            <a:rPr lang="en-IN"/>
            <a:t>Handles input editing, cursor control, and special key commands</a:t>
          </a:r>
          <a:endParaRPr lang="en-US"/>
        </a:p>
      </dgm:t>
    </dgm:pt>
    <dgm:pt modelId="{A4B863BC-C777-46A3-819C-0279954801C3}" type="parTrans" cxnId="{301A5858-2A18-49F6-A9CB-E11521E5B5F9}">
      <dgm:prSet/>
      <dgm:spPr/>
      <dgm:t>
        <a:bodyPr/>
        <a:lstStyle/>
        <a:p>
          <a:endParaRPr lang="en-US"/>
        </a:p>
      </dgm:t>
    </dgm:pt>
    <dgm:pt modelId="{39D20D5C-57FC-4917-8B6D-7D270D21EC0C}" type="sibTrans" cxnId="{301A5858-2A18-49F6-A9CB-E11521E5B5F9}">
      <dgm:prSet/>
      <dgm:spPr/>
      <dgm:t>
        <a:bodyPr/>
        <a:lstStyle/>
        <a:p>
          <a:endParaRPr lang="en-US"/>
        </a:p>
      </dgm:t>
    </dgm:pt>
    <dgm:pt modelId="{1196A550-5AB6-42F4-959A-9A48D876602E}">
      <dgm:prSet/>
      <dgm:spPr/>
      <dgm:t>
        <a:bodyPr/>
        <a:lstStyle/>
        <a:p>
          <a:r>
            <a:rPr lang="en-IN" dirty="0"/>
            <a:t>Built using modular components:          </a:t>
          </a:r>
          <a:endParaRPr lang="en-US" dirty="0"/>
        </a:p>
      </dgm:t>
    </dgm:pt>
    <dgm:pt modelId="{DA4EF24E-C351-4000-A453-349214ED0097}" type="parTrans" cxnId="{8FE62BB1-A951-4158-8A87-0FDBAECB9235}">
      <dgm:prSet/>
      <dgm:spPr/>
      <dgm:t>
        <a:bodyPr/>
        <a:lstStyle/>
        <a:p>
          <a:endParaRPr lang="en-US"/>
        </a:p>
      </dgm:t>
    </dgm:pt>
    <dgm:pt modelId="{D5F48AE1-9BA7-421F-9075-4A324D701407}" type="sibTrans" cxnId="{8FE62BB1-A951-4158-8A87-0FDBAECB9235}">
      <dgm:prSet/>
      <dgm:spPr/>
      <dgm:t>
        <a:bodyPr/>
        <a:lstStyle/>
        <a:p>
          <a:endParaRPr lang="en-US"/>
        </a:p>
      </dgm:t>
    </dgm:pt>
    <dgm:pt modelId="{C379FEC0-F4BE-4A5C-A9D8-E624A4C76BED}">
      <dgm:prSet/>
      <dgm:spPr/>
      <dgm:t>
        <a:bodyPr/>
        <a:lstStyle/>
        <a:p>
          <a:r>
            <a:rPr lang="en-IN"/>
            <a:t>CommandLineEditor,</a:t>
          </a:r>
          <a:endParaRPr lang="en-US"/>
        </a:p>
      </dgm:t>
    </dgm:pt>
    <dgm:pt modelId="{E9392BE9-91F4-4912-A642-BF7EC39F4BFA}" type="parTrans" cxnId="{39A6FEF1-4CFC-44F1-AFDE-012322B096F3}">
      <dgm:prSet/>
      <dgm:spPr/>
      <dgm:t>
        <a:bodyPr/>
        <a:lstStyle/>
        <a:p>
          <a:endParaRPr lang="en-US"/>
        </a:p>
      </dgm:t>
    </dgm:pt>
    <dgm:pt modelId="{7C6A3EC9-7059-47C5-B021-631079BBACAE}" type="sibTrans" cxnId="{39A6FEF1-4CFC-44F1-AFDE-012322B096F3}">
      <dgm:prSet/>
      <dgm:spPr/>
      <dgm:t>
        <a:bodyPr/>
        <a:lstStyle/>
        <a:p>
          <a:endParaRPr lang="en-US"/>
        </a:p>
      </dgm:t>
    </dgm:pt>
    <dgm:pt modelId="{5CB5D04F-889D-4865-9ACD-D392A0EA4B0F}">
      <dgm:prSet/>
      <dgm:spPr/>
      <dgm:t>
        <a:bodyPr/>
        <a:lstStyle/>
        <a:p>
          <a:r>
            <a:rPr lang="en-IN"/>
            <a:t>ScreenRenderer, </a:t>
          </a:r>
          <a:endParaRPr lang="en-US"/>
        </a:p>
      </dgm:t>
    </dgm:pt>
    <dgm:pt modelId="{090CA5C5-0AD2-4011-AED7-9965914C0598}" type="parTrans" cxnId="{EDA3F4C0-61C1-4730-B035-4203B05578BE}">
      <dgm:prSet/>
      <dgm:spPr/>
      <dgm:t>
        <a:bodyPr/>
        <a:lstStyle/>
        <a:p>
          <a:endParaRPr lang="en-US"/>
        </a:p>
      </dgm:t>
    </dgm:pt>
    <dgm:pt modelId="{7F14BCD2-2E54-49C0-BE62-63BF1BFE6325}" type="sibTrans" cxnId="{EDA3F4C0-61C1-4730-B035-4203B05578BE}">
      <dgm:prSet/>
      <dgm:spPr/>
      <dgm:t>
        <a:bodyPr/>
        <a:lstStyle/>
        <a:p>
          <a:endParaRPr lang="en-US"/>
        </a:p>
      </dgm:t>
    </dgm:pt>
    <dgm:pt modelId="{F0CB859B-7C0F-42AF-9C27-7C73AF7CA3AE}">
      <dgm:prSet/>
      <dgm:spPr/>
      <dgm:t>
        <a:bodyPr/>
        <a:lstStyle/>
        <a:p>
          <a:r>
            <a:rPr lang="en-IN"/>
            <a:t>SpecialKeyHandler</a:t>
          </a:r>
          <a:endParaRPr lang="en-US"/>
        </a:p>
      </dgm:t>
    </dgm:pt>
    <dgm:pt modelId="{F1985585-0675-4625-9F84-33FF31CE17B5}" type="parTrans" cxnId="{B52F8B20-11DE-4006-B474-00B49E96ED00}">
      <dgm:prSet/>
      <dgm:spPr/>
      <dgm:t>
        <a:bodyPr/>
        <a:lstStyle/>
        <a:p>
          <a:endParaRPr lang="en-US"/>
        </a:p>
      </dgm:t>
    </dgm:pt>
    <dgm:pt modelId="{4F37C81D-2E97-4E22-BF12-E937D5A7181A}" type="sibTrans" cxnId="{B52F8B20-11DE-4006-B474-00B49E96ED00}">
      <dgm:prSet/>
      <dgm:spPr/>
      <dgm:t>
        <a:bodyPr/>
        <a:lstStyle/>
        <a:p>
          <a:endParaRPr lang="en-US"/>
        </a:p>
      </dgm:t>
    </dgm:pt>
    <dgm:pt modelId="{EC34EFF8-B79F-4FE8-8F40-07F72C314239}" type="pres">
      <dgm:prSet presAssocID="{33F58AB7-7CFE-45EF-81CD-301D53C8CA36}" presName="linear" presStyleCnt="0">
        <dgm:presLayoutVars>
          <dgm:animLvl val="lvl"/>
          <dgm:resizeHandles val="exact"/>
        </dgm:presLayoutVars>
      </dgm:prSet>
      <dgm:spPr/>
    </dgm:pt>
    <dgm:pt modelId="{1D1EE1C0-9F00-4FAD-9018-C8BA28552035}" type="pres">
      <dgm:prSet presAssocID="{0C27A533-9BEC-4364-A93F-904DEACCFC0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596C450-EEBC-44A2-9FFD-EA687291DEF6}" type="pres">
      <dgm:prSet presAssocID="{1BA929A1-806B-490E-95A6-11FAEFD9C99B}" presName="spacer" presStyleCnt="0"/>
      <dgm:spPr/>
    </dgm:pt>
    <dgm:pt modelId="{7F78351F-F299-43EA-AC4F-10E8B735C145}" type="pres">
      <dgm:prSet presAssocID="{E9CD0D7C-ED2F-4E99-963F-4E571101B8E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EBFEE15-C44C-4451-84C8-2E8E1575D2CA}" type="pres">
      <dgm:prSet presAssocID="{39D20D5C-57FC-4917-8B6D-7D270D21EC0C}" presName="spacer" presStyleCnt="0"/>
      <dgm:spPr/>
    </dgm:pt>
    <dgm:pt modelId="{54F8E9CE-A118-48F0-AF89-B2F9F0513DC0}" type="pres">
      <dgm:prSet presAssocID="{1196A550-5AB6-42F4-959A-9A48D876602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0290BB2-6020-4FCA-A252-10D2FFBF207B}" type="pres">
      <dgm:prSet presAssocID="{D5F48AE1-9BA7-421F-9075-4A324D701407}" presName="spacer" presStyleCnt="0"/>
      <dgm:spPr/>
    </dgm:pt>
    <dgm:pt modelId="{D395B3BF-C116-4808-87B0-56497E4A5168}" type="pres">
      <dgm:prSet presAssocID="{C379FEC0-F4BE-4A5C-A9D8-E624A4C76BE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C88214B-8DE5-432C-83B4-97E40EA04D36}" type="pres">
      <dgm:prSet presAssocID="{7C6A3EC9-7059-47C5-B021-631079BBACAE}" presName="spacer" presStyleCnt="0"/>
      <dgm:spPr/>
    </dgm:pt>
    <dgm:pt modelId="{472A8F54-D2A4-41AD-9F3E-FA05894930A3}" type="pres">
      <dgm:prSet presAssocID="{5CB5D04F-889D-4865-9ACD-D392A0EA4B0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968D3C8-ECA3-417A-BC00-3F170379BD26}" type="pres">
      <dgm:prSet presAssocID="{7F14BCD2-2E54-49C0-BE62-63BF1BFE6325}" presName="spacer" presStyleCnt="0"/>
      <dgm:spPr/>
    </dgm:pt>
    <dgm:pt modelId="{6F12EA79-7D30-4567-9582-E340A2E1E58E}" type="pres">
      <dgm:prSet presAssocID="{F0CB859B-7C0F-42AF-9C27-7C73AF7CA3A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52F8B20-11DE-4006-B474-00B49E96ED00}" srcId="{33F58AB7-7CFE-45EF-81CD-301D53C8CA36}" destId="{F0CB859B-7C0F-42AF-9C27-7C73AF7CA3AE}" srcOrd="5" destOrd="0" parTransId="{F1985585-0675-4625-9F84-33FF31CE17B5}" sibTransId="{4F37C81D-2E97-4E22-BF12-E937D5A7181A}"/>
    <dgm:cxn modelId="{6D7EC321-D1DF-4CF2-A4E8-7A42E1362958}" type="presOf" srcId="{C379FEC0-F4BE-4A5C-A9D8-E624A4C76BED}" destId="{D395B3BF-C116-4808-87B0-56497E4A5168}" srcOrd="0" destOrd="0" presId="urn:microsoft.com/office/officeart/2005/8/layout/vList2"/>
    <dgm:cxn modelId="{238EDA51-8313-4ADC-B3CE-F2744518228E}" type="presOf" srcId="{E9CD0D7C-ED2F-4E99-963F-4E571101B8EB}" destId="{7F78351F-F299-43EA-AC4F-10E8B735C145}" srcOrd="0" destOrd="0" presId="urn:microsoft.com/office/officeart/2005/8/layout/vList2"/>
    <dgm:cxn modelId="{F79E2275-8996-47E5-AC1B-75DEF3B0A9E0}" type="presOf" srcId="{5CB5D04F-889D-4865-9ACD-D392A0EA4B0F}" destId="{472A8F54-D2A4-41AD-9F3E-FA05894930A3}" srcOrd="0" destOrd="0" presId="urn:microsoft.com/office/officeart/2005/8/layout/vList2"/>
    <dgm:cxn modelId="{301A5858-2A18-49F6-A9CB-E11521E5B5F9}" srcId="{33F58AB7-7CFE-45EF-81CD-301D53C8CA36}" destId="{E9CD0D7C-ED2F-4E99-963F-4E571101B8EB}" srcOrd="1" destOrd="0" parTransId="{A4B863BC-C777-46A3-819C-0279954801C3}" sibTransId="{39D20D5C-57FC-4917-8B6D-7D270D21EC0C}"/>
    <dgm:cxn modelId="{27B5EB5A-CFE1-4F65-80F7-DAB4A0E5ABD3}" type="presOf" srcId="{33F58AB7-7CFE-45EF-81CD-301D53C8CA36}" destId="{EC34EFF8-B79F-4FE8-8F40-07F72C314239}" srcOrd="0" destOrd="0" presId="urn:microsoft.com/office/officeart/2005/8/layout/vList2"/>
    <dgm:cxn modelId="{4D07F48E-BA3B-4FE9-9A7B-9189599699EE}" srcId="{33F58AB7-7CFE-45EF-81CD-301D53C8CA36}" destId="{0C27A533-9BEC-4364-A93F-904DEACCFC0C}" srcOrd="0" destOrd="0" parTransId="{615E77EB-E1A7-4E61-9FD5-DD93FD134FAF}" sibTransId="{1BA929A1-806B-490E-95A6-11FAEFD9C99B}"/>
    <dgm:cxn modelId="{4325A095-A492-4FA9-B494-9A3E3ABE6FCA}" type="presOf" srcId="{0C27A533-9BEC-4364-A93F-904DEACCFC0C}" destId="{1D1EE1C0-9F00-4FAD-9018-C8BA28552035}" srcOrd="0" destOrd="0" presId="urn:microsoft.com/office/officeart/2005/8/layout/vList2"/>
    <dgm:cxn modelId="{8FE62BB1-A951-4158-8A87-0FDBAECB9235}" srcId="{33F58AB7-7CFE-45EF-81CD-301D53C8CA36}" destId="{1196A550-5AB6-42F4-959A-9A48D876602E}" srcOrd="2" destOrd="0" parTransId="{DA4EF24E-C351-4000-A453-349214ED0097}" sibTransId="{D5F48AE1-9BA7-421F-9075-4A324D701407}"/>
    <dgm:cxn modelId="{EDA3F4C0-61C1-4730-B035-4203B05578BE}" srcId="{33F58AB7-7CFE-45EF-81CD-301D53C8CA36}" destId="{5CB5D04F-889D-4865-9ACD-D392A0EA4B0F}" srcOrd="4" destOrd="0" parTransId="{090CA5C5-0AD2-4011-AED7-9965914C0598}" sibTransId="{7F14BCD2-2E54-49C0-BE62-63BF1BFE6325}"/>
    <dgm:cxn modelId="{2D0B10E6-52B9-49FD-A285-711F847C1A7F}" type="presOf" srcId="{F0CB859B-7C0F-42AF-9C27-7C73AF7CA3AE}" destId="{6F12EA79-7D30-4567-9582-E340A2E1E58E}" srcOrd="0" destOrd="0" presId="urn:microsoft.com/office/officeart/2005/8/layout/vList2"/>
    <dgm:cxn modelId="{628AE1F0-7D8F-4C54-9959-63DA380B167C}" type="presOf" srcId="{1196A550-5AB6-42F4-959A-9A48D876602E}" destId="{54F8E9CE-A118-48F0-AF89-B2F9F0513DC0}" srcOrd="0" destOrd="0" presId="urn:microsoft.com/office/officeart/2005/8/layout/vList2"/>
    <dgm:cxn modelId="{39A6FEF1-4CFC-44F1-AFDE-012322B096F3}" srcId="{33F58AB7-7CFE-45EF-81CD-301D53C8CA36}" destId="{C379FEC0-F4BE-4A5C-A9D8-E624A4C76BED}" srcOrd="3" destOrd="0" parTransId="{E9392BE9-91F4-4912-A642-BF7EC39F4BFA}" sibTransId="{7C6A3EC9-7059-47C5-B021-631079BBACAE}"/>
    <dgm:cxn modelId="{6C3908C8-2562-4BB8-964E-92743A2F14E4}" type="presParOf" srcId="{EC34EFF8-B79F-4FE8-8F40-07F72C314239}" destId="{1D1EE1C0-9F00-4FAD-9018-C8BA28552035}" srcOrd="0" destOrd="0" presId="urn:microsoft.com/office/officeart/2005/8/layout/vList2"/>
    <dgm:cxn modelId="{40AF7442-C16A-4978-9300-5F91C2AA0A92}" type="presParOf" srcId="{EC34EFF8-B79F-4FE8-8F40-07F72C314239}" destId="{6596C450-EEBC-44A2-9FFD-EA687291DEF6}" srcOrd="1" destOrd="0" presId="urn:microsoft.com/office/officeart/2005/8/layout/vList2"/>
    <dgm:cxn modelId="{E5F9E44C-88FC-4667-B584-15F75BF8AA0C}" type="presParOf" srcId="{EC34EFF8-B79F-4FE8-8F40-07F72C314239}" destId="{7F78351F-F299-43EA-AC4F-10E8B735C145}" srcOrd="2" destOrd="0" presId="urn:microsoft.com/office/officeart/2005/8/layout/vList2"/>
    <dgm:cxn modelId="{BD7CC9E8-BC5A-4E07-8D9B-2C6488E9E410}" type="presParOf" srcId="{EC34EFF8-B79F-4FE8-8F40-07F72C314239}" destId="{2EBFEE15-C44C-4451-84C8-2E8E1575D2CA}" srcOrd="3" destOrd="0" presId="urn:microsoft.com/office/officeart/2005/8/layout/vList2"/>
    <dgm:cxn modelId="{945E77B3-0EDF-45F5-9DF0-06BFD55B373E}" type="presParOf" srcId="{EC34EFF8-B79F-4FE8-8F40-07F72C314239}" destId="{54F8E9CE-A118-48F0-AF89-B2F9F0513DC0}" srcOrd="4" destOrd="0" presId="urn:microsoft.com/office/officeart/2005/8/layout/vList2"/>
    <dgm:cxn modelId="{B3BD0D65-E68E-4A51-A583-1728AE482ACA}" type="presParOf" srcId="{EC34EFF8-B79F-4FE8-8F40-07F72C314239}" destId="{F0290BB2-6020-4FCA-A252-10D2FFBF207B}" srcOrd="5" destOrd="0" presId="urn:microsoft.com/office/officeart/2005/8/layout/vList2"/>
    <dgm:cxn modelId="{8E13BE17-B04A-4426-AA8F-7F82D504F1B8}" type="presParOf" srcId="{EC34EFF8-B79F-4FE8-8F40-07F72C314239}" destId="{D395B3BF-C116-4808-87B0-56497E4A5168}" srcOrd="6" destOrd="0" presId="urn:microsoft.com/office/officeart/2005/8/layout/vList2"/>
    <dgm:cxn modelId="{9C101254-E3BC-471E-A369-6C5166D6C262}" type="presParOf" srcId="{EC34EFF8-B79F-4FE8-8F40-07F72C314239}" destId="{BC88214B-8DE5-432C-83B4-97E40EA04D36}" srcOrd="7" destOrd="0" presId="urn:microsoft.com/office/officeart/2005/8/layout/vList2"/>
    <dgm:cxn modelId="{CDD24C07-5B91-4542-B4BE-4D3928F28E5E}" type="presParOf" srcId="{EC34EFF8-B79F-4FE8-8F40-07F72C314239}" destId="{472A8F54-D2A4-41AD-9F3E-FA05894930A3}" srcOrd="8" destOrd="0" presId="urn:microsoft.com/office/officeart/2005/8/layout/vList2"/>
    <dgm:cxn modelId="{C14CBDF4-41F6-42B6-920C-41DB08E1CD40}" type="presParOf" srcId="{EC34EFF8-B79F-4FE8-8F40-07F72C314239}" destId="{8968D3C8-ECA3-417A-BC00-3F170379BD26}" srcOrd="9" destOrd="0" presId="urn:microsoft.com/office/officeart/2005/8/layout/vList2"/>
    <dgm:cxn modelId="{14DA243B-B78B-47F5-84BD-C994A949DE29}" type="presParOf" srcId="{EC34EFF8-B79F-4FE8-8F40-07F72C314239}" destId="{6F12EA79-7D30-4567-9582-E340A2E1E58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4C7A8C-56F9-43C3-B205-F8E55E0626FA}" type="doc">
      <dgm:prSet loTypeId="urn:microsoft.com/office/officeart/2005/8/layout/vList2" loCatId="list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31E574E-B092-4B93-AFA5-DA33736169F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Purpose</a:t>
          </a:r>
          <a:r>
            <a:rPr lang="en-US" dirty="0"/>
            <a:t>:</a:t>
          </a:r>
          <a:br>
            <a:rPr lang="en-US" dirty="0"/>
          </a:br>
          <a:r>
            <a:rPr lang="en-US" dirty="0"/>
            <a:t>Manages the display of the current buffer on the terminal.</a:t>
          </a:r>
        </a:p>
      </dgm:t>
    </dgm:pt>
    <dgm:pt modelId="{CCBC0F63-5C92-4672-82F1-262D5EA33F9B}" type="parTrans" cxnId="{4ECB36B7-67F8-4B98-B80B-A1924972F104}">
      <dgm:prSet/>
      <dgm:spPr/>
      <dgm:t>
        <a:bodyPr/>
        <a:lstStyle/>
        <a:p>
          <a:endParaRPr lang="en-US"/>
        </a:p>
      </dgm:t>
    </dgm:pt>
    <dgm:pt modelId="{6C0F4AF1-2CBA-4FF4-9B1E-500F9B4321A8}" type="sibTrans" cxnId="{4ECB36B7-67F8-4B98-B80B-A1924972F104}">
      <dgm:prSet/>
      <dgm:spPr/>
      <dgm:t>
        <a:bodyPr/>
        <a:lstStyle/>
        <a:p>
          <a:endParaRPr lang="en-US"/>
        </a:p>
      </dgm:t>
    </dgm:pt>
    <dgm:pt modelId="{E5EF8A47-5971-4EF4-AA53-610E2DE1E8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Intercepts special keys (F1–F10, arrow keys, ESC)</a:t>
          </a:r>
        </a:p>
      </dgm:t>
    </dgm:pt>
    <dgm:pt modelId="{4CD8C7CD-5D17-4F81-AE45-6A52EE44A93A}" type="parTrans" cxnId="{EFFAB5A9-4B95-4468-ADD2-EC377EECB7AD}">
      <dgm:prSet/>
      <dgm:spPr/>
      <dgm:t>
        <a:bodyPr/>
        <a:lstStyle/>
        <a:p>
          <a:endParaRPr lang="en-US"/>
        </a:p>
      </dgm:t>
    </dgm:pt>
    <dgm:pt modelId="{EFDA742C-6CED-4F01-BAA5-35E1986059C4}" type="sibTrans" cxnId="{EFFAB5A9-4B95-4468-ADD2-EC377EECB7AD}">
      <dgm:prSet/>
      <dgm:spPr/>
      <dgm:t>
        <a:bodyPr/>
        <a:lstStyle/>
        <a:p>
          <a:endParaRPr lang="en-US"/>
        </a:p>
      </dgm:t>
    </dgm:pt>
    <dgm:pt modelId="{B6FD8BA4-2481-4FE9-8025-8F7F0E54E9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Injects commands like RUN, LIST, LOAD, etc. into buffer</a:t>
          </a:r>
        </a:p>
      </dgm:t>
    </dgm:pt>
    <dgm:pt modelId="{909BE726-2E6C-428C-8393-BA738EA51501}" type="parTrans" cxnId="{1783C19C-318C-452F-AB0F-C1ECA5B1D83B}">
      <dgm:prSet/>
      <dgm:spPr/>
      <dgm:t>
        <a:bodyPr/>
        <a:lstStyle/>
        <a:p>
          <a:endParaRPr lang="en-US"/>
        </a:p>
      </dgm:t>
    </dgm:pt>
    <dgm:pt modelId="{5C9CAC8B-C7DF-4E59-B251-6DC89F54766B}" type="sibTrans" cxnId="{1783C19C-318C-452F-AB0F-C1ECA5B1D83B}">
      <dgm:prSet/>
      <dgm:spPr/>
      <dgm:t>
        <a:bodyPr/>
        <a:lstStyle/>
        <a:p>
          <a:endParaRPr lang="en-US"/>
        </a:p>
      </dgm:t>
    </dgm:pt>
    <dgm:pt modelId="{7B92EF72-4706-419D-BA27-B85E129F75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Returns control if a special command is recognized</a:t>
          </a:r>
        </a:p>
      </dgm:t>
    </dgm:pt>
    <dgm:pt modelId="{568A9467-312F-4383-95B1-6D4F6F1311D2}" type="parTrans" cxnId="{C2CDCC5E-232B-4F33-99F6-8A8B37604CF0}">
      <dgm:prSet/>
      <dgm:spPr/>
      <dgm:t>
        <a:bodyPr/>
        <a:lstStyle/>
        <a:p>
          <a:endParaRPr lang="en-US"/>
        </a:p>
      </dgm:t>
    </dgm:pt>
    <dgm:pt modelId="{27D494AB-FE58-4C2F-9667-CBE054C95F81}" type="sibTrans" cxnId="{C2CDCC5E-232B-4F33-99F6-8A8B37604CF0}">
      <dgm:prSet/>
      <dgm:spPr/>
      <dgm:t>
        <a:bodyPr/>
        <a:lstStyle/>
        <a:p>
          <a:endParaRPr lang="en-US"/>
        </a:p>
      </dgm:t>
    </dgm:pt>
    <dgm:pt modelId="{A65408C8-047E-4061-8A7E-5C946ED30699}" type="pres">
      <dgm:prSet presAssocID="{3D4C7A8C-56F9-43C3-B205-F8E55E0626FA}" presName="linear" presStyleCnt="0">
        <dgm:presLayoutVars>
          <dgm:animLvl val="lvl"/>
          <dgm:resizeHandles val="exact"/>
        </dgm:presLayoutVars>
      </dgm:prSet>
      <dgm:spPr/>
    </dgm:pt>
    <dgm:pt modelId="{53671A1F-8828-4921-805A-7288777231D3}" type="pres">
      <dgm:prSet presAssocID="{431E574E-B092-4B93-AFA5-DA33736169F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14881A-43DC-4F12-9C95-2ACA15850F77}" type="pres">
      <dgm:prSet presAssocID="{6C0F4AF1-2CBA-4FF4-9B1E-500F9B4321A8}" presName="spacer" presStyleCnt="0"/>
      <dgm:spPr/>
    </dgm:pt>
    <dgm:pt modelId="{546CC010-16A5-49B1-A66D-EBD757A382D3}" type="pres">
      <dgm:prSet presAssocID="{E5EF8A47-5971-4EF4-AA53-610E2DE1E8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39B194-788B-4700-A5AB-E661F7655E9F}" type="pres">
      <dgm:prSet presAssocID="{EFDA742C-6CED-4F01-BAA5-35E1986059C4}" presName="spacer" presStyleCnt="0"/>
      <dgm:spPr/>
    </dgm:pt>
    <dgm:pt modelId="{AD92802F-A1BF-469B-959D-C57BAA4FCF0A}" type="pres">
      <dgm:prSet presAssocID="{B6FD8BA4-2481-4FE9-8025-8F7F0E54E9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0368E6-24A5-4360-A860-ED9BF7A0AB5C}" type="pres">
      <dgm:prSet presAssocID="{5C9CAC8B-C7DF-4E59-B251-6DC89F54766B}" presName="spacer" presStyleCnt="0"/>
      <dgm:spPr/>
    </dgm:pt>
    <dgm:pt modelId="{82BAC097-4EF9-4D14-8E96-4CB65A869D93}" type="pres">
      <dgm:prSet presAssocID="{7B92EF72-4706-419D-BA27-B85E129F75F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CDCC5E-232B-4F33-99F6-8A8B37604CF0}" srcId="{3D4C7A8C-56F9-43C3-B205-F8E55E0626FA}" destId="{7B92EF72-4706-419D-BA27-B85E129F75FC}" srcOrd="3" destOrd="0" parTransId="{568A9467-312F-4383-95B1-6D4F6F1311D2}" sibTransId="{27D494AB-FE58-4C2F-9667-CBE054C95F81}"/>
    <dgm:cxn modelId="{F7884165-79D2-4296-B6AC-B75D809D3FF5}" type="presOf" srcId="{7B92EF72-4706-419D-BA27-B85E129F75FC}" destId="{82BAC097-4EF9-4D14-8E96-4CB65A869D93}" srcOrd="0" destOrd="0" presId="urn:microsoft.com/office/officeart/2005/8/layout/vList2"/>
    <dgm:cxn modelId="{C54C6365-9D5D-4D41-A4A6-A5E32F720280}" type="presOf" srcId="{B6FD8BA4-2481-4FE9-8025-8F7F0E54E93F}" destId="{AD92802F-A1BF-469B-959D-C57BAA4FCF0A}" srcOrd="0" destOrd="0" presId="urn:microsoft.com/office/officeart/2005/8/layout/vList2"/>
    <dgm:cxn modelId="{9F852647-1721-44F4-810F-8298B2A0C3D7}" type="presOf" srcId="{3D4C7A8C-56F9-43C3-B205-F8E55E0626FA}" destId="{A65408C8-047E-4061-8A7E-5C946ED30699}" srcOrd="0" destOrd="0" presId="urn:microsoft.com/office/officeart/2005/8/layout/vList2"/>
    <dgm:cxn modelId="{5DE52E6D-C423-41B2-80DC-0E074EB85C45}" type="presOf" srcId="{E5EF8A47-5971-4EF4-AA53-610E2DE1E8A9}" destId="{546CC010-16A5-49B1-A66D-EBD757A382D3}" srcOrd="0" destOrd="0" presId="urn:microsoft.com/office/officeart/2005/8/layout/vList2"/>
    <dgm:cxn modelId="{1783C19C-318C-452F-AB0F-C1ECA5B1D83B}" srcId="{3D4C7A8C-56F9-43C3-B205-F8E55E0626FA}" destId="{B6FD8BA4-2481-4FE9-8025-8F7F0E54E93F}" srcOrd="2" destOrd="0" parTransId="{909BE726-2E6C-428C-8393-BA738EA51501}" sibTransId="{5C9CAC8B-C7DF-4E59-B251-6DC89F54766B}"/>
    <dgm:cxn modelId="{085BFCA0-7114-4BBD-9DB5-A5CDCE0C394B}" type="presOf" srcId="{431E574E-B092-4B93-AFA5-DA33736169F3}" destId="{53671A1F-8828-4921-805A-7288777231D3}" srcOrd="0" destOrd="0" presId="urn:microsoft.com/office/officeart/2005/8/layout/vList2"/>
    <dgm:cxn modelId="{EFFAB5A9-4B95-4468-ADD2-EC377EECB7AD}" srcId="{3D4C7A8C-56F9-43C3-B205-F8E55E0626FA}" destId="{E5EF8A47-5971-4EF4-AA53-610E2DE1E8A9}" srcOrd="1" destOrd="0" parTransId="{4CD8C7CD-5D17-4F81-AE45-6A52EE44A93A}" sibTransId="{EFDA742C-6CED-4F01-BAA5-35E1986059C4}"/>
    <dgm:cxn modelId="{4ECB36B7-67F8-4B98-B80B-A1924972F104}" srcId="{3D4C7A8C-56F9-43C3-B205-F8E55E0626FA}" destId="{431E574E-B092-4B93-AFA5-DA33736169F3}" srcOrd="0" destOrd="0" parTransId="{CCBC0F63-5C92-4672-82F1-262D5EA33F9B}" sibTransId="{6C0F4AF1-2CBA-4FF4-9B1E-500F9B4321A8}"/>
    <dgm:cxn modelId="{A5CBE58D-94FB-4EFE-A133-A984085C48D3}" type="presParOf" srcId="{A65408C8-047E-4061-8A7E-5C946ED30699}" destId="{53671A1F-8828-4921-805A-7288777231D3}" srcOrd="0" destOrd="0" presId="urn:microsoft.com/office/officeart/2005/8/layout/vList2"/>
    <dgm:cxn modelId="{5F7C7DE1-8C97-4F7E-9863-F641FE1291D3}" type="presParOf" srcId="{A65408C8-047E-4061-8A7E-5C946ED30699}" destId="{4B14881A-43DC-4F12-9C95-2ACA15850F77}" srcOrd="1" destOrd="0" presId="urn:microsoft.com/office/officeart/2005/8/layout/vList2"/>
    <dgm:cxn modelId="{C106189D-0F2D-4305-BB56-441A7417109F}" type="presParOf" srcId="{A65408C8-047E-4061-8A7E-5C946ED30699}" destId="{546CC010-16A5-49B1-A66D-EBD757A382D3}" srcOrd="2" destOrd="0" presId="urn:microsoft.com/office/officeart/2005/8/layout/vList2"/>
    <dgm:cxn modelId="{E08603C0-C35B-4FAF-A3DC-7A80005A7CD9}" type="presParOf" srcId="{A65408C8-047E-4061-8A7E-5C946ED30699}" destId="{1739B194-788B-4700-A5AB-E661F7655E9F}" srcOrd="3" destOrd="0" presId="urn:microsoft.com/office/officeart/2005/8/layout/vList2"/>
    <dgm:cxn modelId="{69905B36-4B90-48D5-B517-101D9F9AD2A0}" type="presParOf" srcId="{A65408C8-047E-4061-8A7E-5C946ED30699}" destId="{AD92802F-A1BF-469B-959D-C57BAA4FCF0A}" srcOrd="4" destOrd="0" presId="urn:microsoft.com/office/officeart/2005/8/layout/vList2"/>
    <dgm:cxn modelId="{A63E58E0-3280-4742-BA71-993AA58498D7}" type="presParOf" srcId="{A65408C8-047E-4061-8A7E-5C946ED30699}" destId="{2D0368E6-24A5-4360-A860-ED9BF7A0AB5C}" srcOrd="5" destOrd="0" presId="urn:microsoft.com/office/officeart/2005/8/layout/vList2"/>
    <dgm:cxn modelId="{A553C85E-E533-4B78-821E-5F9200055552}" type="presParOf" srcId="{A65408C8-047E-4061-8A7E-5C946ED30699}" destId="{82BAC097-4EF9-4D14-8E96-4CB65A869D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F89FBC-CCE0-4A94-A336-A6DB5D8BCD0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0EE217-BD57-498C-A087-34FEA132A6DD}">
      <dgm:prSet/>
      <dgm:spPr/>
      <dgm:t>
        <a:bodyPr/>
        <a:lstStyle/>
        <a:p>
          <a:r>
            <a:rPr lang="en-US"/>
            <a:t>Purpose: Maps function keys (F1–F10) to specific commands such as "RUN", "LIST", "NEW", etc.</a:t>
          </a:r>
        </a:p>
      </dgm:t>
    </dgm:pt>
    <dgm:pt modelId="{133D75BC-000B-4765-A076-50B574A53C87}" type="parTrans" cxnId="{81CAE448-4500-47BC-845E-81FD36A0250F}">
      <dgm:prSet/>
      <dgm:spPr/>
      <dgm:t>
        <a:bodyPr/>
        <a:lstStyle/>
        <a:p>
          <a:endParaRPr lang="en-US"/>
        </a:p>
      </dgm:t>
    </dgm:pt>
    <dgm:pt modelId="{4048E1E1-765D-42A5-B1A1-2E41C17AFC1C}" type="sibTrans" cxnId="{81CAE448-4500-47BC-845E-81FD36A0250F}">
      <dgm:prSet/>
      <dgm:spPr/>
      <dgm:t>
        <a:bodyPr/>
        <a:lstStyle/>
        <a:p>
          <a:endParaRPr lang="en-US"/>
        </a:p>
      </dgm:t>
    </dgm:pt>
    <dgm:pt modelId="{975B989C-54A5-4368-BAF3-6D98F77A6D2C}">
      <dgm:prSet/>
      <dgm:spPr/>
      <dgm:t>
        <a:bodyPr/>
        <a:lstStyle/>
        <a:p>
          <a:r>
            <a:rPr lang="en-US"/>
            <a:t>Key Methods: handleSpecialKey(const check_SKey&amp;, std::string&amp;): If a known special key is pressed, sets a predefined command in the input buffer.</a:t>
          </a:r>
        </a:p>
      </dgm:t>
    </dgm:pt>
    <dgm:pt modelId="{DA9F93ED-4E5C-4C38-B770-AD155E846158}" type="parTrans" cxnId="{78BB8551-AB5F-4871-A9DC-DA5AD952F59D}">
      <dgm:prSet/>
      <dgm:spPr/>
      <dgm:t>
        <a:bodyPr/>
        <a:lstStyle/>
        <a:p>
          <a:endParaRPr lang="en-US"/>
        </a:p>
      </dgm:t>
    </dgm:pt>
    <dgm:pt modelId="{7A0A6FE0-560F-446C-9E2A-2F23F228FEA6}" type="sibTrans" cxnId="{78BB8551-AB5F-4871-A9DC-DA5AD952F59D}">
      <dgm:prSet/>
      <dgm:spPr/>
      <dgm:t>
        <a:bodyPr/>
        <a:lstStyle/>
        <a:p>
          <a:endParaRPr lang="en-US"/>
        </a:p>
      </dgm:t>
    </dgm:pt>
    <dgm:pt modelId="{D6B36C60-A079-419E-A561-3C2F24746579}">
      <dgm:prSet/>
      <dgm:spPr/>
      <dgm:t>
        <a:bodyPr/>
        <a:lstStyle/>
        <a:p>
          <a:r>
            <a:rPr lang="en-US"/>
            <a:t>Handles redrawing the command buffer on screen</a:t>
          </a:r>
        </a:p>
      </dgm:t>
    </dgm:pt>
    <dgm:pt modelId="{6A029C3C-13CD-4869-80AD-6F2A34CA94C6}" type="parTrans" cxnId="{8F799F90-A2BB-4D2E-A6C5-CB98182D0971}">
      <dgm:prSet/>
      <dgm:spPr/>
      <dgm:t>
        <a:bodyPr/>
        <a:lstStyle/>
        <a:p>
          <a:endParaRPr lang="en-US"/>
        </a:p>
      </dgm:t>
    </dgm:pt>
    <dgm:pt modelId="{9F3CBEB7-D33C-400C-8CC9-368FFA9A32C7}" type="sibTrans" cxnId="{8F799F90-A2BB-4D2E-A6C5-CB98182D0971}">
      <dgm:prSet/>
      <dgm:spPr/>
      <dgm:t>
        <a:bodyPr/>
        <a:lstStyle/>
        <a:p>
          <a:endParaRPr lang="en-US"/>
        </a:p>
      </dgm:t>
    </dgm:pt>
    <dgm:pt modelId="{605B4392-08A5-43A8-8141-8659CF7D0035}">
      <dgm:prSet/>
      <dgm:spPr/>
      <dgm:t>
        <a:bodyPr/>
        <a:lstStyle/>
        <a:p>
          <a:r>
            <a:rPr lang="en-US"/>
            <a:t>Moves cursor to correct position after edits</a:t>
          </a:r>
        </a:p>
      </dgm:t>
    </dgm:pt>
    <dgm:pt modelId="{39DAE617-79A5-403F-AA72-660EC488575F}" type="parTrans" cxnId="{BB177C42-83A9-4E30-BDE6-6E7A3C2816B5}">
      <dgm:prSet/>
      <dgm:spPr/>
      <dgm:t>
        <a:bodyPr/>
        <a:lstStyle/>
        <a:p>
          <a:endParaRPr lang="en-US"/>
        </a:p>
      </dgm:t>
    </dgm:pt>
    <dgm:pt modelId="{A3C75879-6E78-4DE8-B0EB-FF76BA6719A9}" type="sibTrans" cxnId="{BB177C42-83A9-4E30-BDE6-6E7A3C2816B5}">
      <dgm:prSet/>
      <dgm:spPr/>
      <dgm:t>
        <a:bodyPr/>
        <a:lstStyle/>
        <a:p>
          <a:endParaRPr lang="en-US"/>
        </a:p>
      </dgm:t>
    </dgm:pt>
    <dgm:pt modelId="{30F95299-4D9E-4DAD-BCA8-27CC6AB43085}">
      <dgm:prSet/>
      <dgm:spPr/>
      <dgm:t>
        <a:bodyPr/>
        <a:lstStyle/>
        <a:p>
          <a:r>
            <a:rPr lang="en-US"/>
            <a:t>Static methods using SystemInterface for positioning</a:t>
          </a:r>
        </a:p>
      </dgm:t>
    </dgm:pt>
    <dgm:pt modelId="{38256998-BA09-429C-BB68-13C252E35241}" type="parTrans" cxnId="{135A325C-EB4D-46FD-8402-38DF91DABD68}">
      <dgm:prSet/>
      <dgm:spPr/>
      <dgm:t>
        <a:bodyPr/>
        <a:lstStyle/>
        <a:p>
          <a:endParaRPr lang="en-US"/>
        </a:p>
      </dgm:t>
    </dgm:pt>
    <dgm:pt modelId="{4DC730CA-A2A7-4330-8CEC-60E08F456BE6}" type="sibTrans" cxnId="{135A325C-EB4D-46FD-8402-38DF91DABD68}">
      <dgm:prSet/>
      <dgm:spPr/>
      <dgm:t>
        <a:bodyPr/>
        <a:lstStyle/>
        <a:p>
          <a:endParaRPr lang="en-US"/>
        </a:p>
      </dgm:t>
    </dgm:pt>
    <dgm:pt modelId="{6D1C2284-5F36-40F7-8CDC-3630A684F39D}" type="pres">
      <dgm:prSet presAssocID="{E7F89FBC-CCE0-4A94-A336-A6DB5D8BCD00}" presName="outerComposite" presStyleCnt="0">
        <dgm:presLayoutVars>
          <dgm:chMax val="5"/>
          <dgm:dir/>
          <dgm:resizeHandles val="exact"/>
        </dgm:presLayoutVars>
      </dgm:prSet>
      <dgm:spPr/>
    </dgm:pt>
    <dgm:pt modelId="{5F7A6783-DCAA-47F7-91C8-E932E431C315}" type="pres">
      <dgm:prSet presAssocID="{E7F89FBC-CCE0-4A94-A336-A6DB5D8BCD00}" presName="dummyMaxCanvas" presStyleCnt="0">
        <dgm:presLayoutVars/>
      </dgm:prSet>
      <dgm:spPr/>
    </dgm:pt>
    <dgm:pt modelId="{3EB4C791-0AB5-42E5-9C9B-AD0D01D2890F}" type="pres">
      <dgm:prSet presAssocID="{E7F89FBC-CCE0-4A94-A336-A6DB5D8BCD00}" presName="FiveNodes_1" presStyleLbl="node1" presStyleIdx="0" presStyleCnt="5">
        <dgm:presLayoutVars>
          <dgm:bulletEnabled val="1"/>
        </dgm:presLayoutVars>
      </dgm:prSet>
      <dgm:spPr/>
    </dgm:pt>
    <dgm:pt modelId="{790513E8-BC59-4276-B88E-4F3C7488785B}" type="pres">
      <dgm:prSet presAssocID="{E7F89FBC-CCE0-4A94-A336-A6DB5D8BCD00}" presName="FiveNodes_2" presStyleLbl="node1" presStyleIdx="1" presStyleCnt="5">
        <dgm:presLayoutVars>
          <dgm:bulletEnabled val="1"/>
        </dgm:presLayoutVars>
      </dgm:prSet>
      <dgm:spPr/>
    </dgm:pt>
    <dgm:pt modelId="{E2470517-8681-4F62-B1CE-3DD3DA48CBF8}" type="pres">
      <dgm:prSet presAssocID="{E7F89FBC-CCE0-4A94-A336-A6DB5D8BCD00}" presName="FiveNodes_3" presStyleLbl="node1" presStyleIdx="2" presStyleCnt="5">
        <dgm:presLayoutVars>
          <dgm:bulletEnabled val="1"/>
        </dgm:presLayoutVars>
      </dgm:prSet>
      <dgm:spPr/>
    </dgm:pt>
    <dgm:pt modelId="{7A3B176C-5EAE-4916-8216-1839E6B5BFCA}" type="pres">
      <dgm:prSet presAssocID="{E7F89FBC-CCE0-4A94-A336-A6DB5D8BCD00}" presName="FiveNodes_4" presStyleLbl="node1" presStyleIdx="3" presStyleCnt="5">
        <dgm:presLayoutVars>
          <dgm:bulletEnabled val="1"/>
        </dgm:presLayoutVars>
      </dgm:prSet>
      <dgm:spPr/>
    </dgm:pt>
    <dgm:pt modelId="{7B992BE5-40DF-48AD-B7CB-6BEEE2DF3043}" type="pres">
      <dgm:prSet presAssocID="{E7F89FBC-CCE0-4A94-A336-A6DB5D8BCD00}" presName="FiveNodes_5" presStyleLbl="node1" presStyleIdx="4" presStyleCnt="5">
        <dgm:presLayoutVars>
          <dgm:bulletEnabled val="1"/>
        </dgm:presLayoutVars>
      </dgm:prSet>
      <dgm:spPr/>
    </dgm:pt>
    <dgm:pt modelId="{2CBA6BE4-A341-409C-9B76-E8D591F8756B}" type="pres">
      <dgm:prSet presAssocID="{E7F89FBC-CCE0-4A94-A336-A6DB5D8BCD00}" presName="FiveConn_1-2" presStyleLbl="fgAccFollowNode1" presStyleIdx="0" presStyleCnt="4">
        <dgm:presLayoutVars>
          <dgm:bulletEnabled val="1"/>
        </dgm:presLayoutVars>
      </dgm:prSet>
      <dgm:spPr/>
    </dgm:pt>
    <dgm:pt modelId="{F5108B1C-DDBB-42AE-AE5F-1674BA664152}" type="pres">
      <dgm:prSet presAssocID="{E7F89FBC-CCE0-4A94-A336-A6DB5D8BCD00}" presName="FiveConn_2-3" presStyleLbl="fgAccFollowNode1" presStyleIdx="1" presStyleCnt="4">
        <dgm:presLayoutVars>
          <dgm:bulletEnabled val="1"/>
        </dgm:presLayoutVars>
      </dgm:prSet>
      <dgm:spPr/>
    </dgm:pt>
    <dgm:pt modelId="{A0D17CF5-4F85-4D49-80A9-FAE70AAE29C9}" type="pres">
      <dgm:prSet presAssocID="{E7F89FBC-CCE0-4A94-A336-A6DB5D8BCD00}" presName="FiveConn_3-4" presStyleLbl="fgAccFollowNode1" presStyleIdx="2" presStyleCnt="4">
        <dgm:presLayoutVars>
          <dgm:bulletEnabled val="1"/>
        </dgm:presLayoutVars>
      </dgm:prSet>
      <dgm:spPr/>
    </dgm:pt>
    <dgm:pt modelId="{41609563-D2FA-400F-B85E-A9BE89BE8789}" type="pres">
      <dgm:prSet presAssocID="{E7F89FBC-CCE0-4A94-A336-A6DB5D8BCD00}" presName="FiveConn_4-5" presStyleLbl="fgAccFollowNode1" presStyleIdx="3" presStyleCnt="4">
        <dgm:presLayoutVars>
          <dgm:bulletEnabled val="1"/>
        </dgm:presLayoutVars>
      </dgm:prSet>
      <dgm:spPr/>
    </dgm:pt>
    <dgm:pt modelId="{A112CAE2-6038-4A9B-9A9F-8F2400BAB20B}" type="pres">
      <dgm:prSet presAssocID="{E7F89FBC-CCE0-4A94-A336-A6DB5D8BCD00}" presName="FiveNodes_1_text" presStyleLbl="node1" presStyleIdx="4" presStyleCnt="5">
        <dgm:presLayoutVars>
          <dgm:bulletEnabled val="1"/>
        </dgm:presLayoutVars>
      </dgm:prSet>
      <dgm:spPr/>
    </dgm:pt>
    <dgm:pt modelId="{B7736A62-4BE6-4D24-A1B7-3334CBE09B49}" type="pres">
      <dgm:prSet presAssocID="{E7F89FBC-CCE0-4A94-A336-A6DB5D8BCD00}" presName="FiveNodes_2_text" presStyleLbl="node1" presStyleIdx="4" presStyleCnt="5">
        <dgm:presLayoutVars>
          <dgm:bulletEnabled val="1"/>
        </dgm:presLayoutVars>
      </dgm:prSet>
      <dgm:spPr/>
    </dgm:pt>
    <dgm:pt modelId="{2F4D0CBB-ED9E-425E-AF18-5CA045938FC9}" type="pres">
      <dgm:prSet presAssocID="{E7F89FBC-CCE0-4A94-A336-A6DB5D8BCD00}" presName="FiveNodes_3_text" presStyleLbl="node1" presStyleIdx="4" presStyleCnt="5">
        <dgm:presLayoutVars>
          <dgm:bulletEnabled val="1"/>
        </dgm:presLayoutVars>
      </dgm:prSet>
      <dgm:spPr/>
    </dgm:pt>
    <dgm:pt modelId="{6A481FDE-C9AC-4049-B664-5AA3E30B3EE8}" type="pres">
      <dgm:prSet presAssocID="{E7F89FBC-CCE0-4A94-A336-A6DB5D8BCD00}" presName="FiveNodes_4_text" presStyleLbl="node1" presStyleIdx="4" presStyleCnt="5">
        <dgm:presLayoutVars>
          <dgm:bulletEnabled val="1"/>
        </dgm:presLayoutVars>
      </dgm:prSet>
      <dgm:spPr/>
    </dgm:pt>
    <dgm:pt modelId="{9AB73BA0-CA79-48DD-A849-0301CEFD2A51}" type="pres">
      <dgm:prSet presAssocID="{E7F89FBC-CCE0-4A94-A336-A6DB5D8BCD0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FB23200-93D4-4398-819E-AA0D97CE31D5}" type="presOf" srcId="{4048E1E1-765D-42A5-B1A1-2E41C17AFC1C}" destId="{2CBA6BE4-A341-409C-9B76-E8D591F8756B}" srcOrd="0" destOrd="0" presId="urn:microsoft.com/office/officeart/2005/8/layout/vProcess5"/>
    <dgm:cxn modelId="{33986C13-D71C-43E1-93DD-D0002BA8A53D}" type="presOf" srcId="{E7F89FBC-CCE0-4A94-A336-A6DB5D8BCD00}" destId="{6D1C2284-5F36-40F7-8CDC-3630A684F39D}" srcOrd="0" destOrd="0" presId="urn:microsoft.com/office/officeart/2005/8/layout/vProcess5"/>
    <dgm:cxn modelId="{6DFFBE13-E536-4F77-B9B0-B442DD222A70}" type="presOf" srcId="{30F95299-4D9E-4DAD-BCA8-27CC6AB43085}" destId="{7B992BE5-40DF-48AD-B7CB-6BEEE2DF3043}" srcOrd="0" destOrd="0" presId="urn:microsoft.com/office/officeart/2005/8/layout/vProcess5"/>
    <dgm:cxn modelId="{711F8A25-B4F7-486F-8FC8-36D44503E2C4}" type="presOf" srcId="{975B989C-54A5-4368-BAF3-6D98F77A6D2C}" destId="{B7736A62-4BE6-4D24-A1B7-3334CBE09B49}" srcOrd="1" destOrd="0" presId="urn:microsoft.com/office/officeart/2005/8/layout/vProcess5"/>
    <dgm:cxn modelId="{D370E825-74C2-49C0-82FF-6BF94450CEC4}" type="presOf" srcId="{A3C75879-6E78-4DE8-B0EB-FF76BA6719A9}" destId="{41609563-D2FA-400F-B85E-A9BE89BE8789}" srcOrd="0" destOrd="0" presId="urn:microsoft.com/office/officeart/2005/8/layout/vProcess5"/>
    <dgm:cxn modelId="{0BE8A233-EBA0-4660-9CC9-2D65F471DCC1}" type="presOf" srcId="{7A0A6FE0-560F-446C-9E2A-2F23F228FEA6}" destId="{F5108B1C-DDBB-42AE-AE5F-1674BA664152}" srcOrd="0" destOrd="0" presId="urn:microsoft.com/office/officeart/2005/8/layout/vProcess5"/>
    <dgm:cxn modelId="{8AFC6A3E-72C5-498D-8B7A-BBC2881B8530}" type="presOf" srcId="{0C0EE217-BD57-498C-A087-34FEA132A6DD}" destId="{3EB4C791-0AB5-42E5-9C9B-AD0D01D2890F}" srcOrd="0" destOrd="0" presId="urn:microsoft.com/office/officeart/2005/8/layout/vProcess5"/>
    <dgm:cxn modelId="{135A325C-EB4D-46FD-8402-38DF91DABD68}" srcId="{E7F89FBC-CCE0-4A94-A336-A6DB5D8BCD00}" destId="{30F95299-4D9E-4DAD-BCA8-27CC6AB43085}" srcOrd="4" destOrd="0" parTransId="{38256998-BA09-429C-BB68-13C252E35241}" sibTransId="{4DC730CA-A2A7-4330-8CEC-60E08F456BE6}"/>
    <dgm:cxn modelId="{BB177C42-83A9-4E30-BDE6-6E7A3C2816B5}" srcId="{E7F89FBC-CCE0-4A94-A336-A6DB5D8BCD00}" destId="{605B4392-08A5-43A8-8141-8659CF7D0035}" srcOrd="3" destOrd="0" parTransId="{39DAE617-79A5-403F-AA72-660EC488575F}" sibTransId="{A3C75879-6E78-4DE8-B0EB-FF76BA6719A9}"/>
    <dgm:cxn modelId="{81CAE448-4500-47BC-845E-81FD36A0250F}" srcId="{E7F89FBC-CCE0-4A94-A336-A6DB5D8BCD00}" destId="{0C0EE217-BD57-498C-A087-34FEA132A6DD}" srcOrd="0" destOrd="0" parTransId="{133D75BC-000B-4765-A076-50B574A53C87}" sibTransId="{4048E1E1-765D-42A5-B1A1-2E41C17AFC1C}"/>
    <dgm:cxn modelId="{7D3E4F49-9E22-4350-B122-89B090F54D44}" type="presOf" srcId="{975B989C-54A5-4368-BAF3-6D98F77A6D2C}" destId="{790513E8-BC59-4276-B88E-4F3C7488785B}" srcOrd="0" destOrd="0" presId="urn:microsoft.com/office/officeart/2005/8/layout/vProcess5"/>
    <dgm:cxn modelId="{78BB8551-AB5F-4871-A9DC-DA5AD952F59D}" srcId="{E7F89FBC-CCE0-4A94-A336-A6DB5D8BCD00}" destId="{975B989C-54A5-4368-BAF3-6D98F77A6D2C}" srcOrd="1" destOrd="0" parTransId="{DA9F93ED-4E5C-4C38-B770-AD155E846158}" sibTransId="{7A0A6FE0-560F-446C-9E2A-2F23F228FEA6}"/>
    <dgm:cxn modelId="{9897F151-D4E6-4B26-9949-3D53AEEAD9F7}" type="presOf" srcId="{0C0EE217-BD57-498C-A087-34FEA132A6DD}" destId="{A112CAE2-6038-4A9B-9A9F-8F2400BAB20B}" srcOrd="1" destOrd="0" presId="urn:microsoft.com/office/officeart/2005/8/layout/vProcess5"/>
    <dgm:cxn modelId="{40B28053-F5E0-4397-8154-A4A91B344BEC}" type="presOf" srcId="{D6B36C60-A079-419E-A561-3C2F24746579}" destId="{E2470517-8681-4F62-B1CE-3DD3DA48CBF8}" srcOrd="0" destOrd="0" presId="urn:microsoft.com/office/officeart/2005/8/layout/vProcess5"/>
    <dgm:cxn modelId="{8F799F90-A2BB-4D2E-A6C5-CB98182D0971}" srcId="{E7F89FBC-CCE0-4A94-A336-A6DB5D8BCD00}" destId="{D6B36C60-A079-419E-A561-3C2F24746579}" srcOrd="2" destOrd="0" parTransId="{6A029C3C-13CD-4869-80AD-6F2A34CA94C6}" sibTransId="{9F3CBEB7-D33C-400C-8CC9-368FFA9A32C7}"/>
    <dgm:cxn modelId="{D7FB97A3-F348-4D0E-A6C3-870977D335B6}" type="presOf" srcId="{30F95299-4D9E-4DAD-BCA8-27CC6AB43085}" destId="{9AB73BA0-CA79-48DD-A849-0301CEFD2A51}" srcOrd="1" destOrd="0" presId="urn:microsoft.com/office/officeart/2005/8/layout/vProcess5"/>
    <dgm:cxn modelId="{008AD1A9-C0BC-418F-BE0A-957AC19FB314}" type="presOf" srcId="{9F3CBEB7-D33C-400C-8CC9-368FFA9A32C7}" destId="{A0D17CF5-4F85-4D49-80A9-FAE70AAE29C9}" srcOrd="0" destOrd="0" presId="urn:microsoft.com/office/officeart/2005/8/layout/vProcess5"/>
    <dgm:cxn modelId="{ACE66DBC-5E3F-402C-915F-534FD1C2720A}" type="presOf" srcId="{605B4392-08A5-43A8-8141-8659CF7D0035}" destId="{6A481FDE-C9AC-4049-B664-5AA3E30B3EE8}" srcOrd="1" destOrd="0" presId="urn:microsoft.com/office/officeart/2005/8/layout/vProcess5"/>
    <dgm:cxn modelId="{C66F01E8-F787-4B47-8842-B15E0A599A73}" type="presOf" srcId="{D6B36C60-A079-419E-A561-3C2F24746579}" destId="{2F4D0CBB-ED9E-425E-AF18-5CA045938FC9}" srcOrd="1" destOrd="0" presId="urn:microsoft.com/office/officeart/2005/8/layout/vProcess5"/>
    <dgm:cxn modelId="{D7707AF4-6D62-4803-8DA4-49B65ABC3571}" type="presOf" srcId="{605B4392-08A5-43A8-8141-8659CF7D0035}" destId="{7A3B176C-5EAE-4916-8216-1839E6B5BFCA}" srcOrd="0" destOrd="0" presId="urn:microsoft.com/office/officeart/2005/8/layout/vProcess5"/>
    <dgm:cxn modelId="{4A43D8F4-8350-421E-989E-C78C161105B9}" type="presParOf" srcId="{6D1C2284-5F36-40F7-8CDC-3630A684F39D}" destId="{5F7A6783-DCAA-47F7-91C8-E932E431C315}" srcOrd="0" destOrd="0" presId="urn:microsoft.com/office/officeart/2005/8/layout/vProcess5"/>
    <dgm:cxn modelId="{0DB0A823-7FD2-4F4D-BA2B-C151354951EB}" type="presParOf" srcId="{6D1C2284-5F36-40F7-8CDC-3630A684F39D}" destId="{3EB4C791-0AB5-42E5-9C9B-AD0D01D2890F}" srcOrd="1" destOrd="0" presId="urn:microsoft.com/office/officeart/2005/8/layout/vProcess5"/>
    <dgm:cxn modelId="{002BCF6D-D6BC-4080-AB48-6AEF48C18F1E}" type="presParOf" srcId="{6D1C2284-5F36-40F7-8CDC-3630A684F39D}" destId="{790513E8-BC59-4276-B88E-4F3C7488785B}" srcOrd="2" destOrd="0" presId="urn:microsoft.com/office/officeart/2005/8/layout/vProcess5"/>
    <dgm:cxn modelId="{8C3C1146-7883-458C-A39D-56E5520C718E}" type="presParOf" srcId="{6D1C2284-5F36-40F7-8CDC-3630A684F39D}" destId="{E2470517-8681-4F62-B1CE-3DD3DA48CBF8}" srcOrd="3" destOrd="0" presId="urn:microsoft.com/office/officeart/2005/8/layout/vProcess5"/>
    <dgm:cxn modelId="{DCC954D8-49B7-4271-B23C-2E029B52B771}" type="presParOf" srcId="{6D1C2284-5F36-40F7-8CDC-3630A684F39D}" destId="{7A3B176C-5EAE-4916-8216-1839E6B5BFCA}" srcOrd="4" destOrd="0" presId="urn:microsoft.com/office/officeart/2005/8/layout/vProcess5"/>
    <dgm:cxn modelId="{097CCEA6-5D94-4248-B566-FFB6F1F9CC7C}" type="presParOf" srcId="{6D1C2284-5F36-40F7-8CDC-3630A684F39D}" destId="{7B992BE5-40DF-48AD-B7CB-6BEEE2DF3043}" srcOrd="5" destOrd="0" presId="urn:microsoft.com/office/officeart/2005/8/layout/vProcess5"/>
    <dgm:cxn modelId="{15B4500D-6FA0-46CC-AD68-29ECC9FFE19D}" type="presParOf" srcId="{6D1C2284-5F36-40F7-8CDC-3630A684F39D}" destId="{2CBA6BE4-A341-409C-9B76-E8D591F8756B}" srcOrd="6" destOrd="0" presId="urn:microsoft.com/office/officeart/2005/8/layout/vProcess5"/>
    <dgm:cxn modelId="{33F70EB1-FD65-4A62-BBEE-F85F7B204901}" type="presParOf" srcId="{6D1C2284-5F36-40F7-8CDC-3630A684F39D}" destId="{F5108B1C-DDBB-42AE-AE5F-1674BA664152}" srcOrd="7" destOrd="0" presId="urn:microsoft.com/office/officeart/2005/8/layout/vProcess5"/>
    <dgm:cxn modelId="{779B8325-7883-488D-AD5D-F7AA37948F1F}" type="presParOf" srcId="{6D1C2284-5F36-40F7-8CDC-3630A684F39D}" destId="{A0D17CF5-4F85-4D49-80A9-FAE70AAE29C9}" srcOrd="8" destOrd="0" presId="urn:microsoft.com/office/officeart/2005/8/layout/vProcess5"/>
    <dgm:cxn modelId="{EB6774EE-EBAB-42CF-9740-7DA0F6A45CC5}" type="presParOf" srcId="{6D1C2284-5F36-40F7-8CDC-3630A684F39D}" destId="{41609563-D2FA-400F-B85E-A9BE89BE8789}" srcOrd="9" destOrd="0" presId="urn:microsoft.com/office/officeart/2005/8/layout/vProcess5"/>
    <dgm:cxn modelId="{50C66CF6-7D0B-45D6-ACD7-538FA1EB943F}" type="presParOf" srcId="{6D1C2284-5F36-40F7-8CDC-3630A684F39D}" destId="{A112CAE2-6038-4A9B-9A9F-8F2400BAB20B}" srcOrd="10" destOrd="0" presId="urn:microsoft.com/office/officeart/2005/8/layout/vProcess5"/>
    <dgm:cxn modelId="{4E14EC41-3CE6-44C6-8089-C918103C98EC}" type="presParOf" srcId="{6D1C2284-5F36-40F7-8CDC-3630A684F39D}" destId="{B7736A62-4BE6-4D24-A1B7-3334CBE09B49}" srcOrd="11" destOrd="0" presId="urn:microsoft.com/office/officeart/2005/8/layout/vProcess5"/>
    <dgm:cxn modelId="{5CBF7ED7-F39B-4BCD-BA4D-1B68A332AA21}" type="presParOf" srcId="{6D1C2284-5F36-40F7-8CDC-3630A684F39D}" destId="{2F4D0CBB-ED9E-425E-AF18-5CA045938FC9}" srcOrd="12" destOrd="0" presId="urn:microsoft.com/office/officeart/2005/8/layout/vProcess5"/>
    <dgm:cxn modelId="{9956F7BB-B5CA-4D7E-84DC-0F5687162584}" type="presParOf" srcId="{6D1C2284-5F36-40F7-8CDC-3630A684F39D}" destId="{6A481FDE-C9AC-4049-B664-5AA3E30B3EE8}" srcOrd="13" destOrd="0" presId="urn:microsoft.com/office/officeart/2005/8/layout/vProcess5"/>
    <dgm:cxn modelId="{F92B9C9F-F46B-4FD9-BF0A-BC4D0E9E71A5}" type="presParOf" srcId="{6D1C2284-5F36-40F7-8CDC-3630A684F39D}" destId="{9AB73BA0-CA79-48DD-A849-0301CEFD2A5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447878-9ECD-491B-BAC1-D8E979707AC6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46AD21-3910-4225-BB14-EBCED6ADDD9F}">
      <dgm:prSet custT="1"/>
      <dgm:spPr/>
      <dgm:t>
        <a:bodyPr/>
        <a:lstStyle/>
        <a:p>
          <a:r>
            <a:rPr lang="en-US" sz="2400" b="1" dirty="0" err="1"/>
            <a:t>SystemInterface</a:t>
          </a:r>
          <a:r>
            <a:rPr lang="en-US" sz="2400" b="1" dirty="0"/>
            <a:t>: </a:t>
          </a:r>
        </a:p>
      </dgm:t>
    </dgm:pt>
    <dgm:pt modelId="{EF92D619-96DB-4005-910E-689381AB7AF7}" type="parTrans" cxnId="{280E0033-5B34-441B-BE66-1214763BEDA5}">
      <dgm:prSet/>
      <dgm:spPr/>
      <dgm:t>
        <a:bodyPr/>
        <a:lstStyle/>
        <a:p>
          <a:endParaRPr lang="en-US"/>
        </a:p>
      </dgm:t>
    </dgm:pt>
    <dgm:pt modelId="{889125D5-8852-4B88-8CCC-9839564084DA}" type="sibTrans" cxnId="{280E0033-5B34-441B-BE66-1214763BEDA5}">
      <dgm:prSet/>
      <dgm:spPr/>
      <dgm:t>
        <a:bodyPr/>
        <a:lstStyle/>
        <a:p>
          <a:endParaRPr lang="en-US"/>
        </a:p>
      </dgm:t>
    </dgm:pt>
    <dgm:pt modelId="{291B0F60-1D06-4591-8729-998D08478C5A}">
      <dgm:prSet/>
      <dgm:spPr/>
      <dgm:t>
        <a:bodyPr/>
        <a:lstStyle/>
        <a:p>
          <a:r>
            <a:rPr lang="en-US" dirty="0" err="1"/>
            <a:t>init</a:t>
          </a:r>
          <a:r>
            <a:rPr lang="en-US" dirty="0"/>
            <a:t>(): Setup stub </a:t>
          </a:r>
        </a:p>
      </dgm:t>
    </dgm:pt>
    <dgm:pt modelId="{5757032D-7848-4DDA-988D-BE99B66D9A05}" type="parTrans" cxnId="{BCB47265-03B3-483C-A781-55EB35CD243F}">
      <dgm:prSet/>
      <dgm:spPr/>
      <dgm:t>
        <a:bodyPr/>
        <a:lstStyle/>
        <a:p>
          <a:endParaRPr lang="en-US"/>
        </a:p>
      </dgm:t>
    </dgm:pt>
    <dgm:pt modelId="{2E16141E-DCB1-47C1-B66D-52D7A2B495AC}" type="sibTrans" cxnId="{BCB47265-03B3-483C-A781-55EB35CD243F}">
      <dgm:prSet/>
      <dgm:spPr/>
      <dgm:t>
        <a:bodyPr/>
        <a:lstStyle/>
        <a:p>
          <a:endParaRPr lang="en-US"/>
        </a:p>
      </dgm:t>
    </dgm:pt>
    <dgm:pt modelId="{CE93B7FD-1403-4292-BA56-5952D0642E86}">
      <dgm:prSet/>
      <dgm:spPr/>
      <dgm:t>
        <a:bodyPr/>
        <a:lstStyle/>
        <a:p>
          <a:r>
            <a:rPr lang="en-US" dirty="0" err="1"/>
            <a:t>readKey</a:t>
          </a:r>
          <a:r>
            <a:rPr lang="en-US" dirty="0"/>
            <a:t>(): Reads a character or key </a:t>
          </a:r>
        </a:p>
      </dgm:t>
    </dgm:pt>
    <dgm:pt modelId="{9087F0AC-2CE2-45E2-ACEB-C4F69BA0383F}" type="parTrans" cxnId="{F6285E7B-802F-432A-904C-E5BF3744C336}">
      <dgm:prSet/>
      <dgm:spPr/>
      <dgm:t>
        <a:bodyPr/>
        <a:lstStyle/>
        <a:p>
          <a:endParaRPr lang="en-US"/>
        </a:p>
      </dgm:t>
    </dgm:pt>
    <dgm:pt modelId="{25754591-3102-400C-832F-EFB592AD75BA}" type="sibTrans" cxnId="{F6285E7B-802F-432A-904C-E5BF3744C336}">
      <dgm:prSet/>
      <dgm:spPr/>
      <dgm:t>
        <a:bodyPr/>
        <a:lstStyle/>
        <a:p>
          <a:endParaRPr lang="en-US"/>
        </a:p>
      </dgm:t>
    </dgm:pt>
    <dgm:pt modelId="{FA187D09-3190-4504-B65F-131D334764B7}">
      <dgm:prSet/>
      <dgm:spPr/>
      <dgm:t>
        <a:bodyPr/>
        <a:lstStyle/>
        <a:p>
          <a:r>
            <a:rPr lang="en-US"/>
            <a:t>putChar(): Prints one char </a:t>
          </a:r>
        </a:p>
      </dgm:t>
    </dgm:pt>
    <dgm:pt modelId="{4541C2EB-3740-428C-9A4C-4ACD4CC22B82}" type="parTrans" cxnId="{DB355721-4350-4BEF-93B3-3066A3BC95DF}">
      <dgm:prSet/>
      <dgm:spPr/>
      <dgm:t>
        <a:bodyPr/>
        <a:lstStyle/>
        <a:p>
          <a:endParaRPr lang="en-US"/>
        </a:p>
      </dgm:t>
    </dgm:pt>
    <dgm:pt modelId="{47808A8A-1091-47DA-9D8A-EAAA367745DD}" type="sibTrans" cxnId="{DB355721-4350-4BEF-93B3-3066A3BC95DF}">
      <dgm:prSet/>
      <dgm:spPr/>
      <dgm:t>
        <a:bodyPr/>
        <a:lstStyle/>
        <a:p>
          <a:endParaRPr lang="en-US"/>
        </a:p>
      </dgm:t>
    </dgm:pt>
    <dgm:pt modelId="{53C51CD2-A3AD-40D4-9E10-D3E9C72A4366}">
      <dgm:prSet/>
      <dgm:spPr/>
      <dgm:t>
        <a:bodyPr/>
        <a:lstStyle/>
        <a:p>
          <a:r>
            <a:rPr lang="en-US" dirty="0" err="1"/>
            <a:t>getChar</a:t>
          </a:r>
          <a:r>
            <a:rPr lang="en-US" dirty="0"/>
            <a:t>(): Reads one char using _</a:t>
          </a:r>
          <a:r>
            <a:rPr lang="en-US" dirty="0" err="1"/>
            <a:t>getch</a:t>
          </a:r>
          <a:r>
            <a:rPr lang="en-US" dirty="0"/>
            <a:t>() </a:t>
          </a:r>
        </a:p>
      </dgm:t>
    </dgm:pt>
    <dgm:pt modelId="{5BB045F2-2C14-41AD-9C07-BF3A240F6FFF}" type="parTrans" cxnId="{4DDAB707-6224-480C-8689-9D832F3A852C}">
      <dgm:prSet/>
      <dgm:spPr/>
      <dgm:t>
        <a:bodyPr/>
        <a:lstStyle/>
        <a:p>
          <a:endParaRPr lang="en-US"/>
        </a:p>
      </dgm:t>
    </dgm:pt>
    <dgm:pt modelId="{B8F358B0-253D-40ED-A2FB-935559F6753D}" type="sibTrans" cxnId="{4DDAB707-6224-480C-8689-9D832F3A852C}">
      <dgm:prSet/>
      <dgm:spPr/>
      <dgm:t>
        <a:bodyPr/>
        <a:lstStyle/>
        <a:p>
          <a:endParaRPr lang="en-US"/>
        </a:p>
      </dgm:t>
    </dgm:pt>
    <dgm:pt modelId="{757C569E-612A-41CA-8718-4CDA37F5B9ED}">
      <dgm:prSet/>
      <dgm:spPr/>
      <dgm:t>
        <a:bodyPr/>
        <a:lstStyle/>
        <a:p>
          <a:r>
            <a:rPr lang="en-US" dirty="0" err="1"/>
            <a:t>printString</a:t>
          </a:r>
          <a:r>
            <a:rPr lang="en-US" dirty="0"/>
            <a:t>(): Prints full string </a:t>
          </a:r>
        </a:p>
      </dgm:t>
    </dgm:pt>
    <dgm:pt modelId="{63623AAD-2983-41C4-AF81-E6122D87D696}" type="parTrans" cxnId="{12C8123F-EE18-4308-9D59-C263847A059F}">
      <dgm:prSet/>
      <dgm:spPr/>
      <dgm:t>
        <a:bodyPr/>
        <a:lstStyle/>
        <a:p>
          <a:endParaRPr lang="en-US"/>
        </a:p>
      </dgm:t>
    </dgm:pt>
    <dgm:pt modelId="{A06CBB36-8973-44AA-AC83-4F8F770B014F}" type="sibTrans" cxnId="{12C8123F-EE18-4308-9D59-C263847A059F}">
      <dgm:prSet/>
      <dgm:spPr/>
      <dgm:t>
        <a:bodyPr/>
        <a:lstStyle/>
        <a:p>
          <a:endParaRPr lang="en-US"/>
        </a:p>
      </dgm:t>
    </dgm:pt>
    <dgm:pt modelId="{A80E4960-62F0-4BF6-BC30-432FA4B31C0E}">
      <dgm:prSet/>
      <dgm:spPr/>
      <dgm:t>
        <a:bodyPr/>
        <a:lstStyle/>
        <a:p>
          <a:r>
            <a:rPr lang="en-US"/>
            <a:t>clearScreen(): ANSI clear </a:t>
          </a:r>
        </a:p>
      </dgm:t>
    </dgm:pt>
    <dgm:pt modelId="{64EB65A2-819D-442D-BB91-F1574A45D791}" type="parTrans" cxnId="{81FF24BB-CB30-4203-A7DC-6BD976CB78DC}">
      <dgm:prSet/>
      <dgm:spPr/>
      <dgm:t>
        <a:bodyPr/>
        <a:lstStyle/>
        <a:p>
          <a:endParaRPr lang="en-US"/>
        </a:p>
      </dgm:t>
    </dgm:pt>
    <dgm:pt modelId="{7FEE13CC-1F6D-43FE-A9AE-589BB6C4EA5F}" type="sibTrans" cxnId="{81FF24BB-CB30-4203-A7DC-6BD976CB78DC}">
      <dgm:prSet/>
      <dgm:spPr/>
      <dgm:t>
        <a:bodyPr/>
        <a:lstStyle/>
        <a:p>
          <a:endParaRPr lang="en-US"/>
        </a:p>
      </dgm:t>
    </dgm:pt>
    <dgm:pt modelId="{DA9CE06C-9FA6-441E-9ADA-BCCA9532C5F4}">
      <dgm:prSet/>
      <dgm:spPr/>
      <dgm:t>
        <a:bodyPr/>
        <a:lstStyle/>
        <a:p>
          <a:r>
            <a:rPr lang="en-US"/>
            <a:t>moveCursor(x, y): Positions cursor</a:t>
          </a:r>
        </a:p>
      </dgm:t>
    </dgm:pt>
    <dgm:pt modelId="{2807E1CC-7F66-4EE8-9A9C-376095786DD2}" type="parTrans" cxnId="{4892A4A8-C04B-45C0-9645-47A175288469}">
      <dgm:prSet/>
      <dgm:spPr/>
      <dgm:t>
        <a:bodyPr/>
        <a:lstStyle/>
        <a:p>
          <a:endParaRPr lang="en-US"/>
        </a:p>
      </dgm:t>
    </dgm:pt>
    <dgm:pt modelId="{6773C2D3-6073-40B0-8A67-1C621258315E}" type="sibTrans" cxnId="{4892A4A8-C04B-45C0-9645-47A175288469}">
      <dgm:prSet/>
      <dgm:spPr/>
      <dgm:t>
        <a:bodyPr/>
        <a:lstStyle/>
        <a:p>
          <a:endParaRPr lang="en-US"/>
        </a:p>
      </dgm:t>
    </dgm:pt>
    <dgm:pt modelId="{4C251A41-F5FE-44BE-AA43-EAAAAC720F90}" type="pres">
      <dgm:prSet presAssocID="{9A447878-9ECD-491B-BAC1-D8E979707AC6}" presName="vert0" presStyleCnt="0">
        <dgm:presLayoutVars>
          <dgm:dir/>
          <dgm:animOne val="branch"/>
          <dgm:animLvl val="lvl"/>
        </dgm:presLayoutVars>
      </dgm:prSet>
      <dgm:spPr/>
    </dgm:pt>
    <dgm:pt modelId="{339100A2-4905-4F44-B7B6-931D7C599F58}" type="pres">
      <dgm:prSet presAssocID="{DD46AD21-3910-4225-BB14-EBCED6ADDD9F}" presName="thickLine" presStyleLbl="alignNode1" presStyleIdx="0" presStyleCnt="8"/>
      <dgm:spPr/>
    </dgm:pt>
    <dgm:pt modelId="{B2C0684B-9F44-47ED-AAC8-9231FD15DDB2}" type="pres">
      <dgm:prSet presAssocID="{DD46AD21-3910-4225-BB14-EBCED6ADDD9F}" presName="horz1" presStyleCnt="0"/>
      <dgm:spPr/>
    </dgm:pt>
    <dgm:pt modelId="{D39BF392-F131-4207-993E-C54DC29C4EC9}" type="pres">
      <dgm:prSet presAssocID="{DD46AD21-3910-4225-BB14-EBCED6ADDD9F}" presName="tx1" presStyleLbl="revTx" presStyleIdx="0" presStyleCnt="8"/>
      <dgm:spPr/>
    </dgm:pt>
    <dgm:pt modelId="{DB2DC22A-5905-490B-9357-DC042B18F1C4}" type="pres">
      <dgm:prSet presAssocID="{DD46AD21-3910-4225-BB14-EBCED6ADDD9F}" presName="vert1" presStyleCnt="0"/>
      <dgm:spPr/>
    </dgm:pt>
    <dgm:pt modelId="{A60A7BAC-226E-4E34-BF0F-9815A363EEC2}" type="pres">
      <dgm:prSet presAssocID="{291B0F60-1D06-4591-8729-998D08478C5A}" presName="thickLine" presStyleLbl="alignNode1" presStyleIdx="1" presStyleCnt="8"/>
      <dgm:spPr/>
    </dgm:pt>
    <dgm:pt modelId="{98FC236D-2DE2-4818-BBFF-0BE70B412188}" type="pres">
      <dgm:prSet presAssocID="{291B0F60-1D06-4591-8729-998D08478C5A}" presName="horz1" presStyleCnt="0"/>
      <dgm:spPr/>
    </dgm:pt>
    <dgm:pt modelId="{11A42133-4C27-4AF8-8E5A-376FBF2B9BA8}" type="pres">
      <dgm:prSet presAssocID="{291B0F60-1D06-4591-8729-998D08478C5A}" presName="tx1" presStyleLbl="revTx" presStyleIdx="1" presStyleCnt="8"/>
      <dgm:spPr/>
    </dgm:pt>
    <dgm:pt modelId="{0CC080B3-BB1C-48A5-90FA-253B5769650F}" type="pres">
      <dgm:prSet presAssocID="{291B0F60-1D06-4591-8729-998D08478C5A}" presName="vert1" presStyleCnt="0"/>
      <dgm:spPr/>
    </dgm:pt>
    <dgm:pt modelId="{99D7D431-68A6-40B7-A33E-27D888533833}" type="pres">
      <dgm:prSet presAssocID="{CE93B7FD-1403-4292-BA56-5952D0642E86}" presName="thickLine" presStyleLbl="alignNode1" presStyleIdx="2" presStyleCnt="8"/>
      <dgm:spPr/>
    </dgm:pt>
    <dgm:pt modelId="{A57BBC0B-8F3C-464C-A344-5653F539AA71}" type="pres">
      <dgm:prSet presAssocID="{CE93B7FD-1403-4292-BA56-5952D0642E86}" presName="horz1" presStyleCnt="0"/>
      <dgm:spPr/>
    </dgm:pt>
    <dgm:pt modelId="{27B72DC8-8BA9-4F8E-B85F-20D2F58D4402}" type="pres">
      <dgm:prSet presAssocID="{CE93B7FD-1403-4292-BA56-5952D0642E86}" presName="tx1" presStyleLbl="revTx" presStyleIdx="2" presStyleCnt="8"/>
      <dgm:spPr/>
    </dgm:pt>
    <dgm:pt modelId="{E0807CD6-A03D-4813-BAC4-9624EEB9CC09}" type="pres">
      <dgm:prSet presAssocID="{CE93B7FD-1403-4292-BA56-5952D0642E86}" presName="vert1" presStyleCnt="0"/>
      <dgm:spPr/>
    </dgm:pt>
    <dgm:pt modelId="{EACC87D8-3B1F-490A-A38C-291685AB31BB}" type="pres">
      <dgm:prSet presAssocID="{FA187D09-3190-4504-B65F-131D334764B7}" presName="thickLine" presStyleLbl="alignNode1" presStyleIdx="3" presStyleCnt="8"/>
      <dgm:spPr/>
    </dgm:pt>
    <dgm:pt modelId="{87A92054-2902-444D-8E62-387BE3248FE3}" type="pres">
      <dgm:prSet presAssocID="{FA187D09-3190-4504-B65F-131D334764B7}" presName="horz1" presStyleCnt="0"/>
      <dgm:spPr/>
    </dgm:pt>
    <dgm:pt modelId="{0727428D-0B7D-4270-8CE1-468C02FD33A2}" type="pres">
      <dgm:prSet presAssocID="{FA187D09-3190-4504-B65F-131D334764B7}" presName="tx1" presStyleLbl="revTx" presStyleIdx="3" presStyleCnt="8"/>
      <dgm:spPr/>
    </dgm:pt>
    <dgm:pt modelId="{B9C16C2A-957D-4E90-AA9B-9F2A7B3CB981}" type="pres">
      <dgm:prSet presAssocID="{FA187D09-3190-4504-B65F-131D334764B7}" presName="vert1" presStyleCnt="0"/>
      <dgm:spPr/>
    </dgm:pt>
    <dgm:pt modelId="{ED444CEB-0BD6-4868-BE4A-60199D46958B}" type="pres">
      <dgm:prSet presAssocID="{53C51CD2-A3AD-40D4-9E10-D3E9C72A4366}" presName="thickLine" presStyleLbl="alignNode1" presStyleIdx="4" presStyleCnt="8"/>
      <dgm:spPr/>
    </dgm:pt>
    <dgm:pt modelId="{0AD1B565-7A69-4018-BA6D-39A8526E9341}" type="pres">
      <dgm:prSet presAssocID="{53C51CD2-A3AD-40D4-9E10-D3E9C72A4366}" presName="horz1" presStyleCnt="0"/>
      <dgm:spPr/>
    </dgm:pt>
    <dgm:pt modelId="{7ADD7CE1-3383-44BD-9E9F-C8AF266BB351}" type="pres">
      <dgm:prSet presAssocID="{53C51CD2-A3AD-40D4-9E10-D3E9C72A4366}" presName="tx1" presStyleLbl="revTx" presStyleIdx="4" presStyleCnt="8"/>
      <dgm:spPr/>
    </dgm:pt>
    <dgm:pt modelId="{773869CB-6F2D-4E77-AA2C-D09805FCE1BD}" type="pres">
      <dgm:prSet presAssocID="{53C51CD2-A3AD-40D4-9E10-D3E9C72A4366}" presName="vert1" presStyleCnt="0"/>
      <dgm:spPr/>
    </dgm:pt>
    <dgm:pt modelId="{148AE157-F2DF-4E0D-B4FF-4590F7174260}" type="pres">
      <dgm:prSet presAssocID="{757C569E-612A-41CA-8718-4CDA37F5B9ED}" presName="thickLine" presStyleLbl="alignNode1" presStyleIdx="5" presStyleCnt="8"/>
      <dgm:spPr/>
    </dgm:pt>
    <dgm:pt modelId="{E752626D-3AA6-4AE2-AB2B-89C1B6104A20}" type="pres">
      <dgm:prSet presAssocID="{757C569E-612A-41CA-8718-4CDA37F5B9ED}" presName="horz1" presStyleCnt="0"/>
      <dgm:spPr/>
    </dgm:pt>
    <dgm:pt modelId="{23BCE14A-9C68-4F92-8CED-517ABA20575F}" type="pres">
      <dgm:prSet presAssocID="{757C569E-612A-41CA-8718-4CDA37F5B9ED}" presName="tx1" presStyleLbl="revTx" presStyleIdx="5" presStyleCnt="8"/>
      <dgm:spPr/>
    </dgm:pt>
    <dgm:pt modelId="{10948C3A-2CDF-482C-8C8A-E1199B1326F8}" type="pres">
      <dgm:prSet presAssocID="{757C569E-612A-41CA-8718-4CDA37F5B9ED}" presName="vert1" presStyleCnt="0"/>
      <dgm:spPr/>
    </dgm:pt>
    <dgm:pt modelId="{77B4FFA9-28DB-4F9F-8636-A1449CB418C8}" type="pres">
      <dgm:prSet presAssocID="{A80E4960-62F0-4BF6-BC30-432FA4B31C0E}" presName="thickLine" presStyleLbl="alignNode1" presStyleIdx="6" presStyleCnt="8"/>
      <dgm:spPr/>
    </dgm:pt>
    <dgm:pt modelId="{33F9B6EA-62C8-4CCF-8A7E-2B8AB11A88A6}" type="pres">
      <dgm:prSet presAssocID="{A80E4960-62F0-4BF6-BC30-432FA4B31C0E}" presName="horz1" presStyleCnt="0"/>
      <dgm:spPr/>
    </dgm:pt>
    <dgm:pt modelId="{E90B3839-EE81-4F0F-9391-88FC4B60F531}" type="pres">
      <dgm:prSet presAssocID="{A80E4960-62F0-4BF6-BC30-432FA4B31C0E}" presName="tx1" presStyleLbl="revTx" presStyleIdx="6" presStyleCnt="8"/>
      <dgm:spPr/>
    </dgm:pt>
    <dgm:pt modelId="{268FE2F6-BF01-4016-880C-0D40D6A596E6}" type="pres">
      <dgm:prSet presAssocID="{A80E4960-62F0-4BF6-BC30-432FA4B31C0E}" presName="vert1" presStyleCnt="0"/>
      <dgm:spPr/>
    </dgm:pt>
    <dgm:pt modelId="{A35C73AC-691D-45D9-B079-5071ADB70038}" type="pres">
      <dgm:prSet presAssocID="{DA9CE06C-9FA6-441E-9ADA-BCCA9532C5F4}" presName="thickLine" presStyleLbl="alignNode1" presStyleIdx="7" presStyleCnt="8"/>
      <dgm:spPr/>
    </dgm:pt>
    <dgm:pt modelId="{6CA01700-CBF6-4092-82E4-5A3E21F13FBF}" type="pres">
      <dgm:prSet presAssocID="{DA9CE06C-9FA6-441E-9ADA-BCCA9532C5F4}" presName="horz1" presStyleCnt="0"/>
      <dgm:spPr/>
    </dgm:pt>
    <dgm:pt modelId="{BBF85516-8A1E-445B-9BAE-80E6B7C4D913}" type="pres">
      <dgm:prSet presAssocID="{DA9CE06C-9FA6-441E-9ADA-BCCA9532C5F4}" presName="tx1" presStyleLbl="revTx" presStyleIdx="7" presStyleCnt="8"/>
      <dgm:spPr/>
    </dgm:pt>
    <dgm:pt modelId="{51C5187E-F651-4F0E-AC22-DB62F7C5BA21}" type="pres">
      <dgm:prSet presAssocID="{DA9CE06C-9FA6-441E-9ADA-BCCA9532C5F4}" presName="vert1" presStyleCnt="0"/>
      <dgm:spPr/>
    </dgm:pt>
  </dgm:ptLst>
  <dgm:cxnLst>
    <dgm:cxn modelId="{4DDAB707-6224-480C-8689-9D832F3A852C}" srcId="{9A447878-9ECD-491B-BAC1-D8E979707AC6}" destId="{53C51CD2-A3AD-40D4-9E10-D3E9C72A4366}" srcOrd="4" destOrd="0" parTransId="{5BB045F2-2C14-41AD-9C07-BF3A240F6FFF}" sibTransId="{B8F358B0-253D-40ED-A2FB-935559F6753D}"/>
    <dgm:cxn modelId="{CAADA814-D31F-4507-B675-90725B509F21}" type="presOf" srcId="{DD46AD21-3910-4225-BB14-EBCED6ADDD9F}" destId="{D39BF392-F131-4207-993E-C54DC29C4EC9}" srcOrd="0" destOrd="0" presId="urn:microsoft.com/office/officeart/2008/layout/LinedList"/>
    <dgm:cxn modelId="{85EE8015-125C-4654-9121-BD779EC0D6B1}" type="presOf" srcId="{53C51CD2-A3AD-40D4-9E10-D3E9C72A4366}" destId="{7ADD7CE1-3383-44BD-9E9F-C8AF266BB351}" srcOrd="0" destOrd="0" presId="urn:microsoft.com/office/officeart/2008/layout/LinedList"/>
    <dgm:cxn modelId="{F0FD021F-B80D-43AF-91D2-BAB067434C7E}" type="presOf" srcId="{FA187D09-3190-4504-B65F-131D334764B7}" destId="{0727428D-0B7D-4270-8CE1-468C02FD33A2}" srcOrd="0" destOrd="0" presId="urn:microsoft.com/office/officeart/2008/layout/LinedList"/>
    <dgm:cxn modelId="{DB355721-4350-4BEF-93B3-3066A3BC95DF}" srcId="{9A447878-9ECD-491B-BAC1-D8E979707AC6}" destId="{FA187D09-3190-4504-B65F-131D334764B7}" srcOrd="3" destOrd="0" parTransId="{4541C2EB-3740-428C-9A4C-4ACD4CC22B82}" sibTransId="{47808A8A-1091-47DA-9D8A-EAAA367745DD}"/>
    <dgm:cxn modelId="{280E0033-5B34-441B-BE66-1214763BEDA5}" srcId="{9A447878-9ECD-491B-BAC1-D8E979707AC6}" destId="{DD46AD21-3910-4225-BB14-EBCED6ADDD9F}" srcOrd="0" destOrd="0" parTransId="{EF92D619-96DB-4005-910E-689381AB7AF7}" sibTransId="{889125D5-8852-4B88-8CCC-9839564084DA}"/>
    <dgm:cxn modelId="{242C6B3E-CA7D-46FA-957B-51E2A439DD79}" type="presOf" srcId="{757C569E-612A-41CA-8718-4CDA37F5B9ED}" destId="{23BCE14A-9C68-4F92-8CED-517ABA20575F}" srcOrd="0" destOrd="0" presId="urn:microsoft.com/office/officeart/2008/layout/LinedList"/>
    <dgm:cxn modelId="{12C8123F-EE18-4308-9D59-C263847A059F}" srcId="{9A447878-9ECD-491B-BAC1-D8E979707AC6}" destId="{757C569E-612A-41CA-8718-4CDA37F5B9ED}" srcOrd="5" destOrd="0" parTransId="{63623AAD-2983-41C4-AF81-E6122D87D696}" sibTransId="{A06CBB36-8973-44AA-AC83-4F8F770B014F}"/>
    <dgm:cxn modelId="{BCB47265-03B3-483C-A781-55EB35CD243F}" srcId="{9A447878-9ECD-491B-BAC1-D8E979707AC6}" destId="{291B0F60-1D06-4591-8729-998D08478C5A}" srcOrd="1" destOrd="0" parTransId="{5757032D-7848-4DDA-988D-BE99B66D9A05}" sibTransId="{2E16141E-DCB1-47C1-B66D-52D7A2B495AC}"/>
    <dgm:cxn modelId="{F6285E7B-802F-432A-904C-E5BF3744C336}" srcId="{9A447878-9ECD-491B-BAC1-D8E979707AC6}" destId="{CE93B7FD-1403-4292-BA56-5952D0642E86}" srcOrd="2" destOrd="0" parTransId="{9087F0AC-2CE2-45E2-ACEB-C4F69BA0383F}" sibTransId="{25754591-3102-400C-832F-EFB592AD75BA}"/>
    <dgm:cxn modelId="{4892A4A8-C04B-45C0-9645-47A175288469}" srcId="{9A447878-9ECD-491B-BAC1-D8E979707AC6}" destId="{DA9CE06C-9FA6-441E-9ADA-BCCA9532C5F4}" srcOrd="7" destOrd="0" parTransId="{2807E1CC-7F66-4EE8-9A9C-376095786DD2}" sibTransId="{6773C2D3-6073-40B0-8A67-1C621258315E}"/>
    <dgm:cxn modelId="{2993E6A9-8824-4BAC-B548-71867998FE1E}" type="presOf" srcId="{291B0F60-1D06-4591-8729-998D08478C5A}" destId="{11A42133-4C27-4AF8-8E5A-376FBF2B9BA8}" srcOrd="0" destOrd="0" presId="urn:microsoft.com/office/officeart/2008/layout/LinedList"/>
    <dgm:cxn modelId="{C80EFAA9-52BD-449C-A363-261EC84B0DF0}" type="presOf" srcId="{DA9CE06C-9FA6-441E-9ADA-BCCA9532C5F4}" destId="{BBF85516-8A1E-445B-9BAE-80E6B7C4D913}" srcOrd="0" destOrd="0" presId="urn:microsoft.com/office/officeart/2008/layout/LinedList"/>
    <dgm:cxn modelId="{81FF24BB-CB30-4203-A7DC-6BD976CB78DC}" srcId="{9A447878-9ECD-491B-BAC1-D8E979707AC6}" destId="{A80E4960-62F0-4BF6-BC30-432FA4B31C0E}" srcOrd="6" destOrd="0" parTransId="{64EB65A2-819D-442D-BB91-F1574A45D791}" sibTransId="{7FEE13CC-1F6D-43FE-A9AE-589BB6C4EA5F}"/>
    <dgm:cxn modelId="{B1C893C0-57D6-4820-A84D-5D8FE8524548}" type="presOf" srcId="{A80E4960-62F0-4BF6-BC30-432FA4B31C0E}" destId="{E90B3839-EE81-4F0F-9391-88FC4B60F531}" srcOrd="0" destOrd="0" presId="urn:microsoft.com/office/officeart/2008/layout/LinedList"/>
    <dgm:cxn modelId="{D15A8AD4-4DC2-4C0A-9C2F-97094748C68E}" type="presOf" srcId="{CE93B7FD-1403-4292-BA56-5952D0642E86}" destId="{27B72DC8-8BA9-4F8E-B85F-20D2F58D4402}" srcOrd="0" destOrd="0" presId="urn:microsoft.com/office/officeart/2008/layout/LinedList"/>
    <dgm:cxn modelId="{F9FF92DD-A57D-4653-A952-452A260ED74C}" type="presOf" srcId="{9A447878-9ECD-491B-BAC1-D8E979707AC6}" destId="{4C251A41-F5FE-44BE-AA43-EAAAAC720F90}" srcOrd="0" destOrd="0" presId="urn:microsoft.com/office/officeart/2008/layout/LinedList"/>
    <dgm:cxn modelId="{8A07D5EC-C294-4AF3-B4E5-3921BD2E8448}" type="presParOf" srcId="{4C251A41-F5FE-44BE-AA43-EAAAAC720F90}" destId="{339100A2-4905-4F44-B7B6-931D7C599F58}" srcOrd="0" destOrd="0" presId="urn:microsoft.com/office/officeart/2008/layout/LinedList"/>
    <dgm:cxn modelId="{5D1FCF1F-5121-4200-A27A-2491BCADADF3}" type="presParOf" srcId="{4C251A41-F5FE-44BE-AA43-EAAAAC720F90}" destId="{B2C0684B-9F44-47ED-AAC8-9231FD15DDB2}" srcOrd="1" destOrd="0" presId="urn:microsoft.com/office/officeart/2008/layout/LinedList"/>
    <dgm:cxn modelId="{0F326605-8858-4BAA-B595-373C8F9B3B7C}" type="presParOf" srcId="{B2C0684B-9F44-47ED-AAC8-9231FD15DDB2}" destId="{D39BF392-F131-4207-993E-C54DC29C4EC9}" srcOrd="0" destOrd="0" presId="urn:microsoft.com/office/officeart/2008/layout/LinedList"/>
    <dgm:cxn modelId="{C0A0E8AB-C2CD-4366-8716-C6004738A52B}" type="presParOf" srcId="{B2C0684B-9F44-47ED-AAC8-9231FD15DDB2}" destId="{DB2DC22A-5905-490B-9357-DC042B18F1C4}" srcOrd="1" destOrd="0" presId="urn:microsoft.com/office/officeart/2008/layout/LinedList"/>
    <dgm:cxn modelId="{09EDF2C2-C7BD-4B50-80E2-4B3FC623226D}" type="presParOf" srcId="{4C251A41-F5FE-44BE-AA43-EAAAAC720F90}" destId="{A60A7BAC-226E-4E34-BF0F-9815A363EEC2}" srcOrd="2" destOrd="0" presId="urn:microsoft.com/office/officeart/2008/layout/LinedList"/>
    <dgm:cxn modelId="{66AE9A29-A7B9-4EE4-87FE-9FD36883693E}" type="presParOf" srcId="{4C251A41-F5FE-44BE-AA43-EAAAAC720F90}" destId="{98FC236D-2DE2-4818-BBFF-0BE70B412188}" srcOrd="3" destOrd="0" presId="urn:microsoft.com/office/officeart/2008/layout/LinedList"/>
    <dgm:cxn modelId="{ADB5D009-8C56-48DE-A50D-24DCFA68FBAF}" type="presParOf" srcId="{98FC236D-2DE2-4818-BBFF-0BE70B412188}" destId="{11A42133-4C27-4AF8-8E5A-376FBF2B9BA8}" srcOrd="0" destOrd="0" presId="urn:microsoft.com/office/officeart/2008/layout/LinedList"/>
    <dgm:cxn modelId="{4D8ADBC3-1B85-43E4-B0A3-B05101CE9E85}" type="presParOf" srcId="{98FC236D-2DE2-4818-BBFF-0BE70B412188}" destId="{0CC080B3-BB1C-48A5-90FA-253B5769650F}" srcOrd="1" destOrd="0" presId="urn:microsoft.com/office/officeart/2008/layout/LinedList"/>
    <dgm:cxn modelId="{AE36E8C5-A849-4A7E-BE65-F94B7F958A2C}" type="presParOf" srcId="{4C251A41-F5FE-44BE-AA43-EAAAAC720F90}" destId="{99D7D431-68A6-40B7-A33E-27D888533833}" srcOrd="4" destOrd="0" presId="urn:microsoft.com/office/officeart/2008/layout/LinedList"/>
    <dgm:cxn modelId="{D9CE9BD7-CBE2-40D2-BC07-E5B9B34A59AD}" type="presParOf" srcId="{4C251A41-F5FE-44BE-AA43-EAAAAC720F90}" destId="{A57BBC0B-8F3C-464C-A344-5653F539AA71}" srcOrd="5" destOrd="0" presId="urn:microsoft.com/office/officeart/2008/layout/LinedList"/>
    <dgm:cxn modelId="{20DFF9A3-7E61-49E2-B219-26CA037D84B9}" type="presParOf" srcId="{A57BBC0B-8F3C-464C-A344-5653F539AA71}" destId="{27B72DC8-8BA9-4F8E-B85F-20D2F58D4402}" srcOrd="0" destOrd="0" presId="urn:microsoft.com/office/officeart/2008/layout/LinedList"/>
    <dgm:cxn modelId="{E1291471-2959-41DA-BDC1-570A99178C5A}" type="presParOf" srcId="{A57BBC0B-8F3C-464C-A344-5653F539AA71}" destId="{E0807CD6-A03D-4813-BAC4-9624EEB9CC09}" srcOrd="1" destOrd="0" presId="urn:microsoft.com/office/officeart/2008/layout/LinedList"/>
    <dgm:cxn modelId="{714F3151-E7F9-41E1-9304-20B035BB1793}" type="presParOf" srcId="{4C251A41-F5FE-44BE-AA43-EAAAAC720F90}" destId="{EACC87D8-3B1F-490A-A38C-291685AB31BB}" srcOrd="6" destOrd="0" presId="urn:microsoft.com/office/officeart/2008/layout/LinedList"/>
    <dgm:cxn modelId="{CB238DA0-ED5A-4A88-9D2D-27E64284CFFF}" type="presParOf" srcId="{4C251A41-F5FE-44BE-AA43-EAAAAC720F90}" destId="{87A92054-2902-444D-8E62-387BE3248FE3}" srcOrd="7" destOrd="0" presId="urn:microsoft.com/office/officeart/2008/layout/LinedList"/>
    <dgm:cxn modelId="{86F2DC6B-707D-4122-8546-B5F041CE7213}" type="presParOf" srcId="{87A92054-2902-444D-8E62-387BE3248FE3}" destId="{0727428D-0B7D-4270-8CE1-468C02FD33A2}" srcOrd="0" destOrd="0" presId="urn:microsoft.com/office/officeart/2008/layout/LinedList"/>
    <dgm:cxn modelId="{17E14B64-C766-4FFF-BB71-B9EA37540082}" type="presParOf" srcId="{87A92054-2902-444D-8E62-387BE3248FE3}" destId="{B9C16C2A-957D-4E90-AA9B-9F2A7B3CB981}" srcOrd="1" destOrd="0" presId="urn:microsoft.com/office/officeart/2008/layout/LinedList"/>
    <dgm:cxn modelId="{1F20ACE3-CCB6-4D58-AD0A-A60D49DF5F4D}" type="presParOf" srcId="{4C251A41-F5FE-44BE-AA43-EAAAAC720F90}" destId="{ED444CEB-0BD6-4868-BE4A-60199D46958B}" srcOrd="8" destOrd="0" presId="urn:microsoft.com/office/officeart/2008/layout/LinedList"/>
    <dgm:cxn modelId="{EF5848A7-9957-415F-839C-69DC5A910A69}" type="presParOf" srcId="{4C251A41-F5FE-44BE-AA43-EAAAAC720F90}" destId="{0AD1B565-7A69-4018-BA6D-39A8526E9341}" srcOrd="9" destOrd="0" presId="urn:microsoft.com/office/officeart/2008/layout/LinedList"/>
    <dgm:cxn modelId="{540AD07E-47CA-45A4-9A02-96FF4B8D2A6E}" type="presParOf" srcId="{0AD1B565-7A69-4018-BA6D-39A8526E9341}" destId="{7ADD7CE1-3383-44BD-9E9F-C8AF266BB351}" srcOrd="0" destOrd="0" presId="urn:microsoft.com/office/officeart/2008/layout/LinedList"/>
    <dgm:cxn modelId="{E0D23B37-A08A-4B3E-8BE3-B096E37D8D94}" type="presParOf" srcId="{0AD1B565-7A69-4018-BA6D-39A8526E9341}" destId="{773869CB-6F2D-4E77-AA2C-D09805FCE1BD}" srcOrd="1" destOrd="0" presId="urn:microsoft.com/office/officeart/2008/layout/LinedList"/>
    <dgm:cxn modelId="{070882D0-5711-44DB-B0FD-464B48EB2305}" type="presParOf" srcId="{4C251A41-F5FE-44BE-AA43-EAAAAC720F90}" destId="{148AE157-F2DF-4E0D-B4FF-4590F7174260}" srcOrd="10" destOrd="0" presId="urn:microsoft.com/office/officeart/2008/layout/LinedList"/>
    <dgm:cxn modelId="{7BB5D98F-F05A-4C39-878F-7DB369CC8B23}" type="presParOf" srcId="{4C251A41-F5FE-44BE-AA43-EAAAAC720F90}" destId="{E752626D-3AA6-4AE2-AB2B-89C1B6104A20}" srcOrd="11" destOrd="0" presId="urn:microsoft.com/office/officeart/2008/layout/LinedList"/>
    <dgm:cxn modelId="{B70D71C8-9169-467D-AD3D-A9EB74D2D0C5}" type="presParOf" srcId="{E752626D-3AA6-4AE2-AB2B-89C1B6104A20}" destId="{23BCE14A-9C68-4F92-8CED-517ABA20575F}" srcOrd="0" destOrd="0" presId="urn:microsoft.com/office/officeart/2008/layout/LinedList"/>
    <dgm:cxn modelId="{E1C485D9-038B-4565-A756-6841BB078D02}" type="presParOf" srcId="{E752626D-3AA6-4AE2-AB2B-89C1B6104A20}" destId="{10948C3A-2CDF-482C-8C8A-E1199B1326F8}" srcOrd="1" destOrd="0" presId="urn:microsoft.com/office/officeart/2008/layout/LinedList"/>
    <dgm:cxn modelId="{735DCD95-1A92-4B02-B799-D95DFA75A075}" type="presParOf" srcId="{4C251A41-F5FE-44BE-AA43-EAAAAC720F90}" destId="{77B4FFA9-28DB-4F9F-8636-A1449CB418C8}" srcOrd="12" destOrd="0" presId="urn:microsoft.com/office/officeart/2008/layout/LinedList"/>
    <dgm:cxn modelId="{D0F021B3-213D-4FBC-824D-635C3A11F403}" type="presParOf" srcId="{4C251A41-F5FE-44BE-AA43-EAAAAC720F90}" destId="{33F9B6EA-62C8-4CCF-8A7E-2B8AB11A88A6}" srcOrd="13" destOrd="0" presId="urn:microsoft.com/office/officeart/2008/layout/LinedList"/>
    <dgm:cxn modelId="{E8481366-92A2-42BE-89F2-C8F78DF95D68}" type="presParOf" srcId="{33F9B6EA-62C8-4CCF-8A7E-2B8AB11A88A6}" destId="{E90B3839-EE81-4F0F-9391-88FC4B60F531}" srcOrd="0" destOrd="0" presId="urn:microsoft.com/office/officeart/2008/layout/LinedList"/>
    <dgm:cxn modelId="{F3069466-CF24-472E-B3FE-D1A9394AA9CE}" type="presParOf" srcId="{33F9B6EA-62C8-4CCF-8A7E-2B8AB11A88A6}" destId="{268FE2F6-BF01-4016-880C-0D40D6A596E6}" srcOrd="1" destOrd="0" presId="urn:microsoft.com/office/officeart/2008/layout/LinedList"/>
    <dgm:cxn modelId="{BAD3212E-2BA3-4474-BB17-051509152A06}" type="presParOf" srcId="{4C251A41-F5FE-44BE-AA43-EAAAAC720F90}" destId="{A35C73AC-691D-45D9-B079-5071ADB70038}" srcOrd="14" destOrd="0" presId="urn:microsoft.com/office/officeart/2008/layout/LinedList"/>
    <dgm:cxn modelId="{0C90210B-1615-4A75-8F77-1538AC83C7F8}" type="presParOf" srcId="{4C251A41-F5FE-44BE-AA43-EAAAAC720F90}" destId="{6CA01700-CBF6-4092-82E4-5A3E21F13FBF}" srcOrd="15" destOrd="0" presId="urn:microsoft.com/office/officeart/2008/layout/LinedList"/>
    <dgm:cxn modelId="{82DAFAFA-4CA7-4050-A836-36DF2720E907}" type="presParOf" srcId="{6CA01700-CBF6-4092-82E4-5A3E21F13FBF}" destId="{BBF85516-8A1E-445B-9BAE-80E6B7C4D913}" srcOrd="0" destOrd="0" presId="urn:microsoft.com/office/officeart/2008/layout/LinedList"/>
    <dgm:cxn modelId="{AC6AA507-EB70-4C0E-AECA-3962875836BE}" type="presParOf" srcId="{6CA01700-CBF6-4092-82E4-5A3E21F13FBF}" destId="{51C5187E-F651-4F0E-AC22-DB62F7C5BA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EE1C0-9F00-4FAD-9018-C8BA28552035}">
      <dsp:nvSpPr>
        <dsp:cNvPr id="0" name=""/>
        <dsp:cNvSpPr/>
      </dsp:nvSpPr>
      <dsp:spPr>
        <a:xfrm>
          <a:off x="0" y="64290"/>
          <a:ext cx="6628804" cy="760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Mimics classic GW-BASIC command line interface</a:t>
          </a:r>
          <a:endParaRPr lang="en-US" sz="2000" kern="1200"/>
        </a:p>
      </dsp:txBody>
      <dsp:txXfrm>
        <a:off x="37125" y="101415"/>
        <a:ext cx="6554554" cy="686250"/>
      </dsp:txXfrm>
    </dsp:sp>
    <dsp:sp modelId="{7F78351F-F299-43EA-AC4F-10E8B735C145}">
      <dsp:nvSpPr>
        <dsp:cNvPr id="0" name=""/>
        <dsp:cNvSpPr/>
      </dsp:nvSpPr>
      <dsp:spPr>
        <a:xfrm>
          <a:off x="0" y="882390"/>
          <a:ext cx="6628804" cy="760500"/>
        </a:xfrm>
        <a:prstGeom prst="roundRect">
          <a:avLst/>
        </a:prstGeom>
        <a:gradFill rotWithShape="0">
          <a:gsLst>
            <a:gs pos="0">
              <a:schemeClr val="accent2">
                <a:hueOff val="-176539"/>
                <a:satOff val="844"/>
                <a:lumOff val="1177"/>
                <a:alphaOff val="0"/>
                <a:tint val="96000"/>
                <a:lumMod val="100000"/>
              </a:schemeClr>
            </a:gs>
            <a:gs pos="78000">
              <a:schemeClr val="accent2">
                <a:hueOff val="-176539"/>
                <a:satOff val="844"/>
                <a:lumOff val="117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Handles input editing, cursor control, and special key commands</a:t>
          </a:r>
          <a:endParaRPr lang="en-US" sz="2000" kern="1200"/>
        </a:p>
      </dsp:txBody>
      <dsp:txXfrm>
        <a:off x="37125" y="919515"/>
        <a:ext cx="6554554" cy="686250"/>
      </dsp:txXfrm>
    </dsp:sp>
    <dsp:sp modelId="{54F8E9CE-A118-48F0-AF89-B2F9F0513DC0}">
      <dsp:nvSpPr>
        <dsp:cNvPr id="0" name=""/>
        <dsp:cNvSpPr/>
      </dsp:nvSpPr>
      <dsp:spPr>
        <a:xfrm>
          <a:off x="0" y="1700490"/>
          <a:ext cx="6628804" cy="760500"/>
        </a:xfrm>
        <a:prstGeom prst="roundRect">
          <a:avLst/>
        </a:prstGeom>
        <a:gradFill rotWithShape="0">
          <a:gsLst>
            <a:gs pos="0">
              <a:schemeClr val="accent2">
                <a:hueOff val="-353078"/>
                <a:satOff val="1687"/>
                <a:lumOff val="2353"/>
                <a:alphaOff val="0"/>
                <a:tint val="96000"/>
                <a:lumMod val="100000"/>
              </a:schemeClr>
            </a:gs>
            <a:gs pos="78000">
              <a:schemeClr val="accent2">
                <a:hueOff val="-353078"/>
                <a:satOff val="1687"/>
                <a:lumOff val="23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Built using modular components:          </a:t>
          </a:r>
          <a:endParaRPr lang="en-US" sz="2000" kern="1200" dirty="0"/>
        </a:p>
      </dsp:txBody>
      <dsp:txXfrm>
        <a:off x="37125" y="1737615"/>
        <a:ext cx="6554554" cy="686250"/>
      </dsp:txXfrm>
    </dsp:sp>
    <dsp:sp modelId="{D395B3BF-C116-4808-87B0-56497E4A5168}">
      <dsp:nvSpPr>
        <dsp:cNvPr id="0" name=""/>
        <dsp:cNvSpPr/>
      </dsp:nvSpPr>
      <dsp:spPr>
        <a:xfrm>
          <a:off x="0" y="2518590"/>
          <a:ext cx="6628804" cy="760500"/>
        </a:xfrm>
        <a:prstGeom prst="roundRect">
          <a:avLst/>
        </a:prstGeom>
        <a:gradFill rotWithShape="0">
          <a:gsLst>
            <a:gs pos="0">
              <a:schemeClr val="accent2">
                <a:hueOff val="-529618"/>
                <a:satOff val="2531"/>
                <a:lumOff val="3530"/>
                <a:alphaOff val="0"/>
                <a:tint val="96000"/>
                <a:lumMod val="100000"/>
              </a:schemeClr>
            </a:gs>
            <a:gs pos="78000">
              <a:schemeClr val="accent2">
                <a:hueOff val="-529618"/>
                <a:satOff val="2531"/>
                <a:lumOff val="353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CommandLineEditor,</a:t>
          </a:r>
          <a:endParaRPr lang="en-US" sz="2000" kern="1200"/>
        </a:p>
      </dsp:txBody>
      <dsp:txXfrm>
        <a:off x="37125" y="2555715"/>
        <a:ext cx="6554554" cy="686250"/>
      </dsp:txXfrm>
    </dsp:sp>
    <dsp:sp modelId="{472A8F54-D2A4-41AD-9F3E-FA05894930A3}">
      <dsp:nvSpPr>
        <dsp:cNvPr id="0" name=""/>
        <dsp:cNvSpPr/>
      </dsp:nvSpPr>
      <dsp:spPr>
        <a:xfrm>
          <a:off x="0" y="3336690"/>
          <a:ext cx="6628804" cy="760500"/>
        </a:xfrm>
        <a:prstGeom prst="roundRect">
          <a:avLst/>
        </a:prstGeom>
        <a:gradFill rotWithShape="0">
          <a:gsLst>
            <a:gs pos="0">
              <a:schemeClr val="accent2">
                <a:hueOff val="-706157"/>
                <a:satOff val="3374"/>
                <a:lumOff val="4706"/>
                <a:alphaOff val="0"/>
                <a:tint val="96000"/>
                <a:lumMod val="100000"/>
              </a:schemeClr>
            </a:gs>
            <a:gs pos="78000">
              <a:schemeClr val="accent2">
                <a:hueOff val="-706157"/>
                <a:satOff val="3374"/>
                <a:lumOff val="470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ScreenRenderer, </a:t>
          </a:r>
          <a:endParaRPr lang="en-US" sz="2000" kern="1200"/>
        </a:p>
      </dsp:txBody>
      <dsp:txXfrm>
        <a:off x="37125" y="3373815"/>
        <a:ext cx="6554554" cy="686250"/>
      </dsp:txXfrm>
    </dsp:sp>
    <dsp:sp modelId="{6F12EA79-7D30-4567-9582-E340A2E1E58E}">
      <dsp:nvSpPr>
        <dsp:cNvPr id="0" name=""/>
        <dsp:cNvSpPr/>
      </dsp:nvSpPr>
      <dsp:spPr>
        <a:xfrm>
          <a:off x="0" y="4154790"/>
          <a:ext cx="6628804" cy="760500"/>
        </a:xfrm>
        <a:prstGeom prst="roundRect">
          <a:avLst/>
        </a:prstGeom>
        <a:gradFill rotWithShape="0">
          <a:gsLst>
            <a:gs pos="0">
              <a:schemeClr val="accent2">
                <a:hueOff val="-882696"/>
                <a:satOff val="4218"/>
                <a:lumOff val="5883"/>
                <a:alphaOff val="0"/>
                <a:tint val="96000"/>
                <a:lumMod val="100000"/>
              </a:schemeClr>
            </a:gs>
            <a:gs pos="78000">
              <a:schemeClr val="accent2">
                <a:hueOff val="-882696"/>
                <a:satOff val="4218"/>
                <a:lumOff val="588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SpecialKeyHandler</a:t>
          </a:r>
          <a:endParaRPr lang="en-US" sz="2000" kern="1200"/>
        </a:p>
      </dsp:txBody>
      <dsp:txXfrm>
        <a:off x="37125" y="4191915"/>
        <a:ext cx="6554554" cy="686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71A1F-8828-4921-805A-7288777231D3}">
      <dsp:nvSpPr>
        <dsp:cNvPr id="0" name=""/>
        <dsp:cNvSpPr/>
      </dsp:nvSpPr>
      <dsp:spPr>
        <a:xfrm>
          <a:off x="0" y="9860"/>
          <a:ext cx="9618133" cy="968760"/>
        </a:xfrm>
        <a:prstGeom prst="round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1" kern="1200" dirty="0"/>
            <a:t>Purpose</a:t>
          </a:r>
          <a:r>
            <a:rPr lang="en-US" sz="2300" kern="1200" dirty="0"/>
            <a:t>:</a:t>
          </a:r>
          <a:br>
            <a:rPr lang="en-US" sz="2300" kern="1200" dirty="0"/>
          </a:br>
          <a:r>
            <a:rPr lang="en-US" sz="2300" kern="1200" dirty="0"/>
            <a:t>Manages the display of the current buffer on the terminal.</a:t>
          </a:r>
        </a:p>
      </dsp:txBody>
      <dsp:txXfrm>
        <a:off x="47291" y="57151"/>
        <a:ext cx="9523551" cy="874178"/>
      </dsp:txXfrm>
    </dsp:sp>
    <dsp:sp modelId="{546CC010-16A5-49B1-A66D-EBD757A382D3}">
      <dsp:nvSpPr>
        <dsp:cNvPr id="0" name=""/>
        <dsp:cNvSpPr/>
      </dsp:nvSpPr>
      <dsp:spPr>
        <a:xfrm>
          <a:off x="0" y="1044860"/>
          <a:ext cx="9618133" cy="968760"/>
        </a:xfrm>
        <a:prstGeom prst="round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Intercepts special keys (F1–F10, arrow keys, ESC)</a:t>
          </a:r>
        </a:p>
      </dsp:txBody>
      <dsp:txXfrm>
        <a:off x="47291" y="1092151"/>
        <a:ext cx="9523551" cy="874178"/>
      </dsp:txXfrm>
    </dsp:sp>
    <dsp:sp modelId="{AD92802F-A1BF-469B-959D-C57BAA4FCF0A}">
      <dsp:nvSpPr>
        <dsp:cNvPr id="0" name=""/>
        <dsp:cNvSpPr/>
      </dsp:nvSpPr>
      <dsp:spPr>
        <a:xfrm>
          <a:off x="0" y="2079861"/>
          <a:ext cx="9618133" cy="968760"/>
        </a:xfrm>
        <a:prstGeom prst="round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Injects commands like RUN, LIST, LOAD, etc. into buffer</a:t>
          </a:r>
        </a:p>
      </dsp:txBody>
      <dsp:txXfrm>
        <a:off x="47291" y="2127152"/>
        <a:ext cx="9523551" cy="874178"/>
      </dsp:txXfrm>
    </dsp:sp>
    <dsp:sp modelId="{82BAC097-4EF9-4D14-8E96-4CB65A869D93}">
      <dsp:nvSpPr>
        <dsp:cNvPr id="0" name=""/>
        <dsp:cNvSpPr/>
      </dsp:nvSpPr>
      <dsp:spPr>
        <a:xfrm>
          <a:off x="0" y="3114861"/>
          <a:ext cx="9618133" cy="968760"/>
        </a:xfrm>
        <a:prstGeom prst="round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Returns control if a special command is recognized</a:t>
          </a:r>
        </a:p>
      </dsp:txBody>
      <dsp:txXfrm>
        <a:off x="47291" y="3162152"/>
        <a:ext cx="9523551" cy="8741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B4C791-0AB5-42E5-9C9B-AD0D01D2890F}">
      <dsp:nvSpPr>
        <dsp:cNvPr id="0" name=""/>
        <dsp:cNvSpPr/>
      </dsp:nvSpPr>
      <dsp:spPr>
        <a:xfrm>
          <a:off x="0" y="0"/>
          <a:ext cx="7405962" cy="7368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Purpose: Maps function keys (F1–F10) to specific commands such as "RUN", "LIST", "NEW", etc.</a:t>
          </a:r>
        </a:p>
      </dsp:txBody>
      <dsp:txXfrm>
        <a:off x="21581" y="21581"/>
        <a:ext cx="6524659" cy="693664"/>
      </dsp:txXfrm>
    </dsp:sp>
    <dsp:sp modelId="{790513E8-BC59-4276-B88E-4F3C7488785B}">
      <dsp:nvSpPr>
        <dsp:cNvPr id="0" name=""/>
        <dsp:cNvSpPr/>
      </dsp:nvSpPr>
      <dsp:spPr>
        <a:xfrm>
          <a:off x="553042" y="839163"/>
          <a:ext cx="7405962" cy="7368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Methods: handleSpecialKey(const check_SKey&amp;, std::string&amp;): If a known special key is pressed, sets a predefined command in the input buffer.</a:t>
          </a:r>
        </a:p>
      </dsp:txBody>
      <dsp:txXfrm>
        <a:off x="574623" y="860744"/>
        <a:ext cx="6330820" cy="693664"/>
      </dsp:txXfrm>
    </dsp:sp>
    <dsp:sp modelId="{E2470517-8681-4F62-B1CE-3DD3DA48CBF8}">
      <dsp:nvSpPr>
        <dsp:cNvPr id="0" name=""/>
        <dsp:cNvSpPr/>
      </dsp:nvSpPr>
      <dsp:spPr>
        <a:xfrm>
          <a:off x="1106085" y="1678327"/>
          <a:ext cx="7405962" cy="7368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Handles redrawing the command buffer on screen</a:t>
          </a:r>
        </a:p>
      </dsp:txBody>
      <dsp:txXfrm>
        <a:off x="1127666" y="1699908"/>
        <a:ext cx="6330820" cy="693664"/>
      </dsp:txXfrm>
    </dsp:sp>
    <dsp:sp modelId="{7A3B176C-5EAE-4916-8216-1839E6B5BFCA}">
      <dsp:nvSpPr>
        <dsp:cNvPr id="0" name=""/>
        <dsp:cNvSpPr/>
      </dsp:nvSpPr>
      <dsp:spPr>
        <a:xfrm>
          <a:off x="1659127" y="2517491"/>
          <a:ext cx="7405962" cy="73682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Moves cursor to correct position after edits</a:t>
          </a:r>
        </a:p>
      </dsp:txBody>
      <dsp:txXfrm>
        <a:off x="1680708" y="2539072"/>
        <a:ext cx="6330820" cy="693664"/>
      </dsp:txXfrm>
    </dsp:sp>
    <dsp:sp modelId="{7B992BE5-40DF-48AD-B7CB-6BEEE2DF3043}">
      <dsp:nvSpPr>
        <dsp:cNvPr id="0" name=""/>
        <dsp:cNvSpPr/>
      </dsp:nvSpPr>
      <dsp:spPr>
        <a:xfrm>
          <a:off x="2212170" y="3356655"/>
          <a:ext cx="7405962" cy="73682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Static methods using SystemInterface for positioning</a:t>
          </a:r>
        </a:p>
      </dsp:txBody>
      <dsp:txXfrm>
        <a:off x="2233751" y="3378236"/>
        <a:ext cx="6330820" cy="693664"/>
      </dsp:txXfrm>
    </dsp:sp>
    <dsp:sp modelId="{2CBA6BE4-A341-409C-9B76-E8D591F8756B}">
      <dsp:nvSpPr>
        <dsp:cNvPr id="0" name=""/>
        <dsp:cNvSpPr/>
      </dsp:nvSpPr>
      <dsp:spPr>
        <a:xfrm>
          <a:off x="6927025" y="538292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034786" y="538292"/>
        <a:ext cx="263415" cy="360400"/>
      </dsp:txXfrm>
    </dsp:sp>
    <dsp:sp modelId="{F5108B1C-DDBB-42AE-AE5F-1674BA664152}">
      <dsp:nvSpPr>
        <dsp:cNvPr id="0" name=""/>
        <dsp:cNvSpPr/>
      </dsp:nvSpPr>
      <dsp:spPr>
        <a:xfrm>
          <a:off x="7480067" y="1377456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587828" y="1377456"/>
        <a:ext cx="263415" cy="360400"/>
      </dsp:txXfrm>
    </dsp:sp>
    <dsp:sp modelId="{A0D17CF5-4F85-4D49-80A9-FAE70AAE29C9}">
      <dsp:nvSpPr>
        <dsp:cNvPr id="0" name=""/>
        <dsp:cNvSpPr/>
      </dsp:nvSpPr>
      <dsp:spPr>
        <a:xfrm>
          <a:off x="8033110" y="220434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140871" y="2204340"/>
        <a:ext cx="263415" cy="360400"/>
      </dsp:txXfrm>
    </dsp:sp>
    <dsp:sp modelId="{41609563-D2FA-400F-B85E-A9BE89BE8789}">
      <dsp:nvSpPr>
        <dsp:cNvPr id="0" name=""/>
        <dsp:cNvSpPr/>
      </dsp:nvSpPr>
      <dsp:spPr>
        <a:xfrm>
          <a:off x="8586152" y="3051690"/>
          <a:ext cx="478937" cy="478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93913" y="3051690"/>
        <a:ext cx="263415" cy="360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100A2-4905-4F44-B7B6-931D7C599F58}">
      <dsp:nvSpPr>
        <dsp:cNvPr id="0" name=""/>
        <dsp:cNvSpPr/>
      </dsp:nvSpPr>
      <dsp:spPr>
        <a:xfrm>
          <a:off x="0" y="0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BF392-F131-4207-993E-C54DC29C4EC9}">
      <dsp:nvSpPr>
        <dsp:cNvPr id="0" name=""/>
        <dsp:cNvSpPr/>
      </dsp:nvSpPr>
      <dsp:spPr>
        <a:xfrm>
          <a:off x="0" y="0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SystemInterface</a:t>
          </a:r>
          <a:r>
            <a:rPr lang="en-US" sz="2400" b="1" kern="1200" dirty="0"/>
            <a:t>: </a:t>
          </a:r>
        </a:p>
      </dsp:txBody>
      <dsp:txXfrm>
        <a:off x="0" y="0"/>
        <a:ext cx="9618133" cy="693023"/>
      </dsp:txXfrm>
    </dsp:sp>
    <dsp:sp modelId="{A60A7BAC-226E-4E34-BF0F-9815A363EEC2}">
      <dsp:nvSpPr>
        <dsp:cNvPr id="0" name=""/>
        <dsp:cNvSpPr/>
      </dsp:nvSpPr>
      <dsp:spPr>
        <a:xfrm>
          <a:off x="0" y="693023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42133-4C27-4AF8-8E5A-376FBF2B9BA8}">
      <dsp:nvSpPr>
        <dsp:cNvPr id="0" name=""/>
        <dsp:cNvSpPr/>
      </dsp:nvSpPr>
      <dsp:spPr>
        <a:xfrm>
          <a:off x="0" y="693023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init</a:t>
          </a:r>
          <a:r>
            <a:rPr lang="en-US" sz="3300" kern="1200" dirty="0"/>
            <a:t>(): Setup stub </a:t>
          </a:r>
        </a:p>
      </dsp:txBody>
      <dsp:txXfrm>
        <a:off x="0" y="693023"/>
        <a:ext cx="9618133" cy="693023"/>
      </dsp:txXfrm>
    </dsp:sp>
    <dsp:sp modelId="{99D7D431-68A6-40B7-A33E-27D888533833}">
      <dsp:nvSpPr>
        <dsp:cNvPr id="0" name=""/>
        <dsp:cNvSpPr/>
      </dsp:nvSpPr>
      <dsp:spPr>
        <a:xfrm>
          <a:off x="0" y="1386046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72DC8-8BA9-4F8E-B85F-20D2F58D4402}">
      <dsp:nvSpPr>
        <dsp:cNvPr id="0" name=""/>
        <dsp:cNvSpPr/>
      </dsp:nvSpPr>
      <dsp:spPr>
        <a:xfrm>
          <a:off x="0" y="1386046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readKey</a:t>
          </a:r>
          <a:r>
            <a:rPr lang="en-US" sz="3300" kern="1200" dirty="0"/>
            <a:t>(): Reads a character or key </a:t>
          </a:r>
        </a:p>
      </dsp:txBody>
      <dsp:txXfrm>
        <a:off x="0" y="1386046"/>
        <a:ext cx="9618133" cy="693023"/>
      </dsp:txXfrm>
    </dsp:sp>
    <dsp:sp modelId="{EACC87D8-3B1F-490A-A38C-291685AB31BB}">
      <dsp:nvSpPr>
        <dsp:cNvPr id="0" name=""/>
        <dsp:cNvSpPr/>
      </dsp:nvSpPr>
      <dsp:spPr>
        <a:xfrm>
          <a:off x="0" y="2079069"/>
          <a:ext cx="96181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7428D-0B7D-4270-8CE1-468C02FD33A2}">
      <dsp:nvSpPr>
        <dsp:cNvPr id="0" name=""/>
        <dsp:cNvSpPr/>
      </dsp:nvSpPr>
      <dsp:spPr>
        <a:xfrm>
          <a:off x="0" y="2079069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putChar(): Prints one char </a:t>
          </a:r>
        </a:p>
      </dsp:txBody>
      <dsp:txXfrm>
        <a:off x="0" y="2079069"/>
        <a:ext cx="9618133" cy="693023"/>
      </dsp:txXfrm>
    </dsp:sp>
    <dsp:sp modelId="{ED444CEB-0BD6-4868-BE4A-60199D46958B}">
      <dsp:nvSpPr>
        <dsp:cNvPr id="0" name=""/>
        <dsp:cNvSpPr/>
      </dsp:nvSpPr>
      <dsp:spPr>
        <a:xfrm>
          <a:off x="0" y="2772092"/>
          <a:ext cx="961813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DD7CE1-3383-44BD-9E9F-C8AF266BB351}">
      <dsp:nvSpPr>
        <dsp:cNvPr id="0" name=""/>
        <dsp:cNvSpPr/>
      </dsp:nvSpPr>
      <dsp:spPr>
        <a:xfrm>
          <a:off x="0" y="2772092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getChar</a:t>
          </a:r>
          <a:r>
            <a:rPr lang="en-US" sz="3300" kern="1200" dirty="0"/>
            <a:t>(): Reads one char using _</a:t>
          </a:r>
          <a:r>
            <a:rPr lang="en-US" sz="3300" kern="1200" dirty="0" err="1"/>
            <a:t>getch</a:t>
          </a:r>
          <a:r>
            <a:rPr lang="en-US" sz="3300" kern="1200" dirty="0"/>
            <a:t>() </a:t>
          </a:r>
        </a:p>
      </dsp:txBody>
      <dsp:txXfrm>
        <a:off x="0" y="2772092"/>
        <a:ext cx="9618133" cy="693023"/>
      </dsp:txXfrm>
    </dsp:sp>
    <dsp:sp modelId="{148AE157-F2DF-4E0D-B4FF-4590F7174260}">
      <dsp:nvSpPr>
        <dsp:cNvPr id="0" name=""/>
        <dsp:cNvSpPr/>
      </dsp:nvSpPr>
      <dsp:spPr>
        <a:xfrm>
          <a:off x="0" y="3465115"/>
          <a:ext cx="96181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CE14A-9C68-4F92-8CED-517ABA20575F}">
      <dsp:nvSpPr>
        <dsp:cNvPr id="0" name=""/>
        <dsp:cNvSpPr/>
      </dsp:nvSpPr>
      <dsp:spPr>
        <a:xfrm>
          <a:off x="0" y="3465115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printString</a:t>
          </a:r>
          <a:r>
            <a:rPr lang="en-US" sz="3300" kern="1200" dirty="0"/>
            <a:t>(): Prints full string </a:t>
          </a:r>
        </a:p>
      </dsp:txBody>
      <dsp:txXfrm>
        <a:off x="0" y="3465115"/>
        <a:ext cx="9618133" cy="693023"/>
      </dsp:txXfrm>
    </dsp:sp>
    <dsp:sp modelId="{77B4FFA9-28DB-4F9F-8636-A1449CB418C8}">
      <dsp:nvSpPr>
        <dsp:cNvPr id="0" name=""/>
        <dsp:cNvSpPr/>
      </dsp:nvSpPr>
      <dsp:spPr>
        <a:xfrm>
          <a:off x="0" y="4158138"/>
          <a:ext cx="961813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B3839-EE81-4F0F-9391-88FC4B60F531}">
      <dsp:nvSpPr>
        <dsp:cNvPr id="0" name=""/>
        <dsp:cNvSpPr/>
      </dsp:nvSpPr>
      <dsp:spPr>
        <a:xfrm>
          <a:off x="0" y="4158138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clearScreen(): ANSI clear </a:t>
          </a:r>
        </a:p>
      </dsp:txBody>
      <dsp:txXfrm>
        <a:off x="0" y="4158138"/>
        <a:ext cx="9618133" cy="693023"/>
      </dsp:txXfrm>
    </dsp:sp>
    <dsp:sp modelId="{A35C73AC-691D-45D9-B079-5071ADB70038}">
      <dsp:nvSpPr>
        <dsp:cNvPr id="0" name=""/>
        <dsp:cNvSpPr/>
      </dsp:nvSpPr>
      <dsp:spPr>
        <a:xfrm>
          <a:off x="0" y="4851161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85516-8A1E-445B-9BAE-80E6B7C4D913}">
      <dsp:nvSpPr>
        <dsp:cNvPr id="0" name=""/>
        <dsp:cNvSpPr/>
      </dsp:nvSpPr>
      <dsp:spPr>
        <a:xfrm>
          <a:off x="0" y="4851161"/>
          <a:ext cx="9618133" cy="693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moveCursor(x, y): Positions cursor</a:t>
          </a:r>
        </a:p>
      </dsp:txBody>
      <dsp:txXfrm>
        <a:off x="0" y="4851161"/>
        <a:ext cx="9618133" cy="693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89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47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78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8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048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22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47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7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10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1345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879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0900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769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608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97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0438-9E11-4D47-9387-27A254A01BBA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CAD0D09-3BEB-4B8D-9EE4-96B2BD4A4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-1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8E980F5-B37A-FB7F-7241-20BCF3340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4" y="1892300"/>
            <a:ext cx="3425445" cy="3073400"/>
          </a:xfrm>
        </p:spPr>
        <p:txBody>
          <a:bodyPr anchor="ctr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-Presented by </a:t>
            </a:r>
          </a:p>
          <a:p>
            <a:pPr algn="l"/>
            <a:r>
              <a:rPr lang="en-US" sz="2400" b="1" dirty="0">
                <a:solidFill>
                  <a:srgbClr val="FFFFFF"/>
                </a:solidFill>
              </a:rPr>
              <a:t>Vijaylaxmi(293952)</a:t>
            </a:r>
          </a:p>
          <a:p>
            <a:pPr algn="l"/>
            <a:endParaRPr lang="en-IN" sz="2000" dirty="0">
              <a:solidFill>
                <a:srgbClr val="FFFFFF"/>
              </a:solidFill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C1A6B9-3934-26CE-C739-06E8AE01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734" y="854529"/>
            <a:ext cx="6496352" cy="5148943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4200" b="1" dirty="0"/>
              <a:t>   Project – GW-Basic Programming Language</a:t>
            </a:r>
            <a:br>
              <a:rPr lang="en-IN" sz="4200" b="1" dirty="0"/>
            </a:br>
            <a:r>
              <a:rPr lang="en-IN" sz="4200" b="1" dirty="0"/>
              <a:t>          Team - A</a:t>
            </a:r>
            <a:br>
              <a:rPr lang="en-IN" sz="4200" b="1" dirty="0"/>
            </a:br>
            <a:br>
              <a:rPr lang="en-IN" sz="4200" dirty="0"/>
            </a:br>
            <a:r>
              <a:rPr lang="en-IN" sz="4200" dirty="0"/>
              <a:t>Program Interface Module Overview</a:t>
            </a:r>
            <a:br>
              <a:rPr lang="en-IN" sz="4200" dirty="0"/>
            </a:br>
            <a:r>
              <a:rPr lang="en-US" sz="2400" u="sng" dirty="0"/>
              <a:t>Command Line Editor REPL System</a:t>
            </a:r>
            <a:endParaRPr lang="en-IN" sz="2400" u="sng" dirty="0"/>
          </a:p>
        </p:txBody>
      </p:sp>
    </p:spTree>
    <p:extLst>
      <p:ext uri="{BB962C8B-B14F-4D97-AF65-F5344CB8AC3E}">
        <p14:creationId xmlns:p14="http://schemas.microsoft.com/office/powerpoint/2010/main" val="334212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D9B3F-E381-8711-FDDE-42C927109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What is Program Interface?????</a:t>
            </a:r>
            <a:endParaRPr lang="en-IN" sz="4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CB4394-63DA-E4DE-A3E9-17538853BA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734258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481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2CE8E-1FB8-7C45-2B26-D81E0158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4" y="0"/>
            <a:ext cx="8596668" cy="619760"/>
          </a:xfrm>
        </p:spPr>
        <p:txBody>
          <a:bodyPr>
            <a:normAutofit fontScale="90000"/>
          </a:bodyPr>
          <a:lstStyle/>
          <a:p>
            <a:r>
              <a:rPr lang="en-IN" dirty="0"/>
              <a:t>Flow Diagram (Input Handling)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FBADC7C-D244-3FB0-E1E5-45A1F6E3A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51840"/>
            <a:ext cx="7731759" cy="6106160"/>
          </a:xfrm>
        </p:spPr>
      </p:pic>
    </p:spTree>
    <p:extLst>
      <p:ext uri="{BB962C8B-B14F-4D97-AF65-F5344CB8AC3E}">
        <p14:creationId xmlns:p14="http://schemas.microsoft.com/office/powerpoint/2010/main" val="424746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C4C28-B356-E7BF-FFE8-4CDA8A48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167813"/>
            <a:ext cx="8596668" cy="1320800"/>
          </a:xfrm>
        </p:spPr>
        <p:txBody>
          <a:bodyPr>
            <a:normAutofit/>
          </a:bodyPr>
          <a:lstStyle/>
          <a:p>
            <a:r>
              <a:rPr lang="en-IN" dirty="0" err="1"/>
              <a:t>CommandLineEditor</a:t>
            </a:r>
            <a:endParaRPr lang="en-IN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63607C40-85C8-C12E-BBC1-C015FB308D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323" y="1153333"/>
            <a:ext cx="10015218" cy="5013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Captures user input from the terminal, supports character insertion, deletion, and cursor navigation.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Members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std::string 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Current input line buffer.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cursorPosition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Current position of the cursor in the buffer.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SpecialKeyHandler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*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specialKeyHandler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Optional handler for function keys (F1–F10).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Live text editing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Cursor movement with arrow keys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Backspace handling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Special key recognition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18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63397-7C58-658F-4777-A0E6BDCD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 b="1" dirty="0"/>
              <a:t>Screen Renderer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58B11B-EC13-936F-983E-63FFBBB58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87753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238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9B8CA-31CC-6A19-47AB-42B0D8328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 dirty="0" err="1"/>
              <a:t>SpecialKeyHandler</a:t>
            </a:r>
            <a:endParaRPr lang="en-IN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9C6E68-5148-8354-4044-DA374412C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782032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890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C9AD-4502-FA5C-246C-CADF0980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Key mapping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99D8C-4BD8-E099-DA81-E3AFAC49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3840"/>
            <a:ext cx="8596668" cy="4886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FunctionKey</a:t>
            </a:r>
            <a:r>
              <a:rPr lang="en-US" dirty="0"/>
              <a:t>    </a:t>
            </a:r>
            <a:r>
              <a:rPr lang="en-US" dirty="0" err="1"/>
              <a:t>injrected</a:t>
            </a:r>
            <a:r>
              <a:rPr lang="en-US" dirty="0"/>
              <a:t> </a:t>
            </a:r>
            <a:r>
              <a:rPr lang="en-US" dirty="0" err="1"/>
              <a:t>cmd</a:t>
            </a:r>
            <a:r>
              <a:rPr lang="en-US" dirty="0"/>
              <a:t>    Console Effect</a:t>
            </a:r>
          </a:p>
          <a:p>
            <a:r>
              <a:rPr lang="en-US" dirty="0"/>
              <a:t>F1              RUN                 Runs the current program</a:t>
            </a:r>
          </a:p>
          <a:p>
            <a:r>
              <a:rPr lang="en-US" dirty="0"/>
              <a:t>F2              LIST                Lists all program lines</a:t>
            </a:r>
          </a:p>
          <a:p>
            <a:r>
              <a:rPr lang="en-US" dirty="0"/>
              <a:t>F3              NEW                 Clears program memory</a:t>
            </a:r>
          </a:p>
          <a:p>
            <a:r>
              <a:rPr lang="en-US" dirty="0"/>
              <a:t>F4              LOAD"               Prepares to load a program</a:t>
            </a:r>
          </a:p>
          <a:p>
            <a:r>
              <a:rPr lang="en-US" dirty="0"/>
              <a:t>F5              SAVE"               Prepares to save a program</a:t>
            </a:r>
          </a:p>
          <a:p>
            <a:r>
              <a:rPr lang="en-US" dirty="0"/>
              <a:t>F6              CONT                Continues from the last break</a:t>
            </a:r>
          </a:p>
          <a:p>
            <a:r>
              <a:rPr lang="en-US" dirty="0"/>
              <a:t>F7              LPT1                Sends output to printer (simulated)</a:t>
            </a:r>
          </a:p>
          <a:p>
            <a:r>
              <a:rPr lang="en-US" dirty="0"/>
              <a:t>F8              TRON                Enables trace mode</a:t>
            </a:r>
          </a:p>
          <a:p>
            <a:r>
              <a:rPr lang="en-US" dirty="0"/>
              <a:t>F9              TROFF               Disables trace mode</a:t>
            </a:r>
          </a:p>
          <a:p>
            <a:r>
              <a:rPr lang="en-US" dirty="0"/>
              <a:t>F10             KEY                 Lists key mappings or shortcuts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68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90A5D-26E0-0904-BEE5-EC30B87A3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63" y="0"/>
            <a:ext cx="8596668" cy="599440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diagram</a:t>
            </a:r>
            <a:endParaRPr lang="en-IN" dirty="0"/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FEDB3105-C1DB-3BBC-4C53-ECE4858E1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0"/>
          <a:stretch/>
        </p:blipFill>
        <p:spPr>
          <a:xfrm>
            <a:off x="3820273" y="121920"/>
            <a:ext cx="4551453" cy="6492240"/>
          </a:xfrm>
        </p:spPr>
      </p:pic>
    </p:spTree>
    <p:extLst>
      <p:ext uri="{BB962C8B-B14F-4D97-AF65-F5344CB8AC3E}">
        <p14:creationId xmlns:p14="http://schemas.microsoft.com/office/powerpoint/2010/main" val="2685062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638A6-1837-3615-DEC8-2F409B1B8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IN"/>
              <a:t>Class Structure </a:t>
            </a:r>
            <a:endParaRPr lang="en-IN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24E3D-A14A-A874-61CD-FE5396BB9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320800"/>
            <a:ext cx="9446258" cy="54051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400" u="sng" dirty="0" err="1"/>
              <a:t>CommandLineEditor</a:t>
            </a:r>
            <a:r>
              <a:rPr lang="en-IN" sz="2400" u="sng" dirty="0"/>
              <a:t> </a:t>
            </a:r>
            <a:r>
              <a:rPr lang="en-IN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IN" sz="2400" dirty="0"/>
              <a:t> ├──</a:t>
            </a:r>
            <a:r>
              <a:rPr lang="en-US" sz="2400" dirty="0"/>
              <a:t> </a:t>
            </a:r>
            <a:r>
              <a:rPr lang="en-US" sz="2400" dirty="0" err="1"/>
              <a:t>getLineFromCli</a:t>
            </a:r>
            <a:r>
              <a:rPr lang="en-US" sz="2400" dirty="0"/>
              <a:t>(std::string&amp;): Reads user input interactively </a:t>
            </a:r>
            <a:endParaRPr lang="en-IN" sz="2400" dirty="0"/>
          </a:p>
          <a:p>
            <a:pPr>
              <a:lnSpc>
                <a:spcPct val="90000"/>
              </a:lnSpc>
            </a:pPr>
            <a:r>
              <a:rPr lang="en-IN" sz="2400" dirty="0"/>
              <a:t> ├── </a:t>
            </a:r>
            <a:r>
              <a:rPr lang="en-US" sz="2400" dirty="0" err="1"/>
              <a:t>SpecialKeyHandler</a:t>
            </a:r>
            <a:r>
              <a:rPr lang="en-US" sz="2400" dirty="0"/>
              <a:t>(...): Attaches special key handle</a:t>
            </a:r>
            <a:endParaRPr lang="en-IN" sz="2400" dirty="0"/>
          </a:p>
          <a:p>
            <a:pPr>
              <a:lnSpc>
                <a:spcPct val="90000"/>
              </a:lnSpc>
            </a:pPr>
            <a:r>
              <a:rPr lang="en-IN" sz="2400" dirty="0"/>
              <a:t> └──   Uses </a:t>
            </a:r>
            <a:r>
              <a:rPr lang="en-IN" sz="2400" dirty="0" err="1"/>
              <a:t>ScreenRenderer</a:t>
            </a:r>
            <a:r>
              <a:rPr lang="en-IN" sz="2400" dirty="0"/>
              <a:t> and </a:t>
            </a:r>
            <a:r>
              <a:rPr lang="en-IN" sz="2400" dirty="0" err="1"/>
              <a:t>SystemInterface</a:t>
            </a:r>
            <a:endParaRPr lang="en-IN" sz="2400" dirty="0"/>
          </a:p>
          <a:p>
            <a:pPr>
              <a:lnSpc>
                <a:spcPct val="90000"/>
              </a:lnSpc>
            </a:pPr>
            <a:endParaRPr lang="en-IN" dirty="0"/>
          </a:p>
          <a:p>
            <a:pPr>
              <a:lnSpc>
                <a:spcPct val="90000"/>
              </a:lnSpc>
            </a:pPr>
            <a:r>
              <a:rPr lang="en-IN" sz="2400" u="sng" dirty="0" err="1"/>
              <a:t>SpecialKeyHandler</a:t>
            </a:r>
            <a:endParaRPr lang="en-IN" sz="2400" u="sng" dirty="0"/>
          </a:p>
          <a:p>
            <a:pPr>
              <a:lnSpc>
                <a:spcPct val="90000"/>
              </a:lnSpc>
            </a:pPr>
            <a:r>
              <a:rPr lang="en-IN" sz="2400" dirty="0"/>
              <a:t> └── </a:t>
            </a:r>
            <a:r>
              <a:rPr lang="en-US" sz="2400" dirty="0" err="1"/>
              <a:t>handleSpecialKey</a:t>
            </a:r>
            <a:r>
              <a:rPr lang="en-US" sz="2400" dirty="0"/>
              <a:t>(...): Handles function keys and injects command</a:t>
            </a:r>
            <a:endParaRPr lang="en-IN" sz="2400" dirty="0"/>
          </a:p>
          <a:p>
            <a:pPr>
              <a:lnSpc>
                <a:spcPct val="90000"/>
              </a:lnSpc>
            </a:pPr>
            <a:endParaRPr lang="en-IN" sz="2400" dirty="0"/>
          </a:p>
          <a:p>
            <a:pPr>
              <a:lnSpc>
                <a:spcPct val="90000"/>
              </a:lnSpc>
            </a:pPr>
            <a:r>
              <a:rPr lang="en-IN" sz="2400" u="sng" dirty="0" err="1"/>
              <a:t>ScreenRenderer</a:t>
            </a:r>
            <a:endParaRPr lang="en-IN" sz="2400" u="sng" dirty="0"/>
          </a:p>
          <a:p>
            <a:pPr>
              <a:lnSpc>
                <a:spcPct val="90000"/>
              </a:lnSpc>
            </a:pPr>
            <a:r>
              <a:rPr lang="en-IN" sz="2400" dirty="0"/>
              <a:t> └── </a:t>
            </a:r>
            <a:r>
              <a:rPr lang="en-IN" sz="2400" dirty="0" err="1"/>
              <a:t>redrawBuffer</a:t>
            </a:r>
            <a:r>
              <a:rPr lang="en-IN" sz="2400" dirty="0"/>
              <a:t>(), </a:t>
            </a:r>
            <a:r>
              <a:rPr lang="en-IN" sz="2400" dirty="0" err="1"/>
              <a:t>moveCursor</a:t>
            </a:r>
            <a:r>
              <a:rPr lang="en-IN" sz="2400" dirty="0"/>
              <a:t>()</a:t>
            </a:r>
          </a:p>
          <a:p>
            <a:pPr>
              <a:lnSpc>
                <a:spcPct val="90000"/>
              </a:lnSpc>
            </a:pPr>
            <a:endParaRPr lang="en-IN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15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235E9D-7DC9-EBEB-A822-B8EC99656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750990"/>
              </p:ext>
            </p:extLst>
          </p:nvPr>
        </p:nvGraphicFramePr>
        <p:xfrm>
          <a:off x="1062567" y="656907"/>
          <a:ext cx="9618133" cy="5544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41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205A-3BF1-7375-8366-47CA49BC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0720"/>
          </a:xfrm>
        </p:spPr>
        <p:txBody>
          <a:bodyPr/>
          <a:lstStyle/>
          <a:p>
            <a:r>
              <a:rPr lang="en-IN" dirty="0"/>
              <a:t>Internal Data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7BF66-74B0-9DE8-20FB-B40475E66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*</a:t>
            </a:r>
            <a:r>
              <a:rPr lang="en-IN" sz="2400" dirty="0" err="1"/>
              <a:t>CommandLineEditor</a:t>
            </a:r>
            <a:r>
              <a:rPr lang="en-IN" sz="2400" dirty="0"/>
              <a:t>: - buffer:</a:t>
            </a:r>
          </a:p>
          <a:p>
            <a:r>
              <a:rPr lang="en-IN" sz="2400" dirty="0"/>
              <a:t> Current input - </a:t>
            </a:r>
            <a:r>
              <a:rPr lang="en-IN" sz="2400" dirty="0" err="1"/>
              <a:t>cursorPosition</a:t>
            </a:r>
            <a:r>
              <a:rPr lang="en-IN" sz="2400" dirty="0"/>
              <a:t>: Index in buffer - </a:t>
            </a:r>
            <a:r>
              <a:rPr lang="en-IN" sz="2400" dirty="0" err="1"/>
              <a:t>specialKeyHandler</a:t>
            </a:r>
            <a:r>
              <a:rPr lang="en-IN" sz="2400" dirty="0"/>
              <a:t>: Handles F1-F10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check_SKey</a:t>
            </a:r>
            <a:r>
              <a:rPr lang="en-IN" sz="2400" dirty="0"/>
              <a:t> (Struct): - </a:t>
            </a:r>
            <a:r>
              <a:rPr lang="en-IN" sz="2400" dirty="0" err="1"/>
              <a:t>isSpecial</a:t>
            </a:r>
            <a:r>
              <a:rPr lang="en-IN" sz="2400" dirty="0"/>
              <a:t>: True if key is special - </a:t>
            </a:r>
            <a:r>
              <a:rPr lang="en-IN" sz="2400" dirty="0" err="1"/>
              <a:t>ch</a:t>
            </a:r>
            <a:r>
              <a:rPr lang="en-IN" sz="2400" dirty="0"/>
              <a:t>: Normal character - </a:t>
            </a:r>
            <a:r>
              <a:rPr lang="en-IN" sz="2400" dirty="0" err="1"/>
              <a:t>sKey</a:t>
            </a:r>
            <a:r>
              <a:rPr lang="en-IN" sz="2400" dirty="0"/>
              <a:t>: Enum for F1-F10, arrows</a:t>
            </a:r>
          </a:p>
        </p:txBody>
      </p:sp>
    </p:spTree>
    <p:extLst>
      <p:ext uri="{BB962C8B-B14F-4D97-AF65-F5344CB8AC3E}">
        <p14:creationId xmlns:p14="http://schemas.microsoft.com/office/powerpoint/2010/main" val="2234628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C5B7-41BB-7D19-807D-C12BB400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14" y="142240"/>
            <a:ext cx="8596668" cy="629920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Enhancement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23262A-339F-C814-675E-1DA53B542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862" y="1240274"/>
            <a:ext cx="1000029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 Completion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 command/filename auto-completion 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Syntax Highlighting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Color-code keywords, strings, or syntax while typing.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Multiline Editing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line wrapping and multiline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Mouse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mouse events for cursor movement and selection.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Command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 parser to provide live feedback on command correctness.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Modular Plugin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users to inject their own special key behavior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181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3015-15CE-24A3-95B9-792F6FC5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Console Interaction Example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F731DA-BA3B-F668-8700-0479AAA3CC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838819"/>
            <a:ext cx="898482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GW-BASIC64 v1.0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READY. &gt; PRINT Hello World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(user presses ← to fix typo)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 PRINT "Hello World" 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(user presses → and ENTER) Hello 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READY.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 10 PRINT "HELLO“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20 GOTO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&gt;LIST 10 PRINT "HELLO" 20 GOTO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RUN HELLO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HELLO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HELLO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.. (user presses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Ctrl+C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or ESC to stop)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READY.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SAVE 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loop.bas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Saved successfully.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 LOAD 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loop.bas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Loaded: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loop.bas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 NEW All program lines cleared. READY.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33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05CD-BE42-C9FE-D6EC-7CF93B01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1452E6-18B6-7243-A0F6-F9656707F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621" y="1395282"/>
            <a:ext cx="10884045" cy="4456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Program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our GW-BASIC interpreter enables interactive user input with features like cursor movement, real-time editing, and backspace handling. It cleanly separates responsibilities across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CommandLineEditor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ScreenRenderer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SpecialKeyHandler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Function keys are mapped to BASIC commands for quick access. The design ensures modularity, ease of extension, and a classic BASIC feel. Overall, this module enhances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usability while maintaining maintainable and scalable code structure.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170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D58DFB-EF07-7A38-D4D5-62BA6D47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Thank you</a:t>
            </a:r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48449FC-3DCB-AF23-95C6-D651C940F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0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901</TotalTime>
  <Words>769</Words>
  <Application>Microsoft Office PowerPoint</Application>
  <PresentationFormat>Widescreen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Trebuchet MS</vt:lpstr>
      <vt:lpstr>Wingdings 3</vt:lpstr>
      <vt:lpstr>Facet</vt:lpstr>
      <vt:lpstr>   Project – GW-Basic Programming Language           Team - A  Program Interface Module Overview Command Line Editor REPL System</vt:lpstr>
      <vt:lpstr>What is Program Interface?????</vt:lpstr>
      <vt:lpstr>Flow Diagram (Input Handling)</vt:lpstr>
      <vt:lpstr>CommandLineEditor</vt:lpstr>
      <vt:lpstr>Screen Renderer</vt:lpstr>
      <vt:lpstr>SpecialKeyHandler</vt:lpstr>
      <vt:lpstr>Function Key mapping</vt:lpstr>
      <vt:lpstr>Class diagram</vt:lpstr>
      <vt:lpstr>Class Structure </vt:lpstr>
      <vt:lpstr>PowerPoint Presentation</vt:lpstr>
      <vt:lpstr>Internal Data Members</vt:lpstr>
      <vt:lpstr>Future Enhancement</vt:lpstr>
      <vt:lpstr>Console Interaction Example </vt:lpstr>
      <vt:lpstr>Conclusion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Vijaylaxmi Ittannavar(UST,IN)</dc:creator>
  <cp:lastModifiedBy>Vijaylaxmi Ittannavar(UST,IN)</cp:lastModifiedBy>
  <cp:revision>32</cp:revision>
  <dcterms:created xsi:type="dcterms:W3CDTF">2025-07-28T16:59:35Z</dcterms:created>
  <dcterms:modified xsi:type="dcterms:W3CDTF">2025-07-29T18:30:09Z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2025-07-28T17:07:58Z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adb579d8-81ea-486b-9caa-1ff713fcf4ae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